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01_option1_default.png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02_option1_selection.png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03_option1_incorrect.png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04_option1_correct.png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09_option1_closing.png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05_option2_default.png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06_option2_selection.png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07_option2_incorrect.png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08_option2_correct.png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concept mockup image asset: 10_option2_closing.png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1_option1_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2_option1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3_option1_incor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4_option1_cor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9_option1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5_option2_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6_option2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7_option2_incor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08_option2_corr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i_panels/10_option2_clo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Lab Safety UI Mockup Screens</dc:title>
  <dc:subject>Biology Lab Safety UI Mockup Screens</dc:subject>
  <dc:creator>OpenAI</dc:creator>
  <cp:lastModifiedBy>OpenAI</cp:lastModifiedBy>
  <cp:revision>1</cp:revision>
  <dcterms:created xsi:type="dcterms:W3CDTF">2026-04-10T17:05:05Z</dcterms:created>
  <dcterms:modified xsi:type="dcterms:W3CDTF">2026-04-10T17:05:05Z</dcterms:modified>
</cp:coreProperties>
</file>