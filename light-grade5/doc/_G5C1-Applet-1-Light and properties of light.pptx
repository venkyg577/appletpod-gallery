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8229600" cx="16459200"/>
  <p:notesSz cx="6858000" cy="9144000"/>
  <p:embeddedFontLst>
    <p:embeddedFont>
      <p:font typeface="Montserrat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96">
          <p15:clr>
            <a:srgbClr val="747775"/>
          </p15:clr>
        </p15:guide>
        <p15:guide id="2" pos="69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96" orient="horz"/>
        <p:guide pos="698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Medium-regular.fntdata"/><Relationship Id="rId25" Type="http://schemas.openxmlformats.org/officeDocument/2006/relationships/slide" Target="slides/slide20.xml"/><Relationship Id="rId28" Type="http://schemas.openxmlformats.org/officeDocument/2006/relationships/font" Target="fonts/MontserratMedium-italic.fntdata"/><Relationship Id="rId27" Type="http://schemas.openxmlformats.org/officeDocument/2006/relationships/font" Target="fonts/Montserrat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Medium-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f82e38917b_0_635: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f82e38917b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13fb6851f_0_1714: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13fb6851f_0_1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82e38917b_0_548: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82e38917b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82e38917b_0_38: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82e38917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82e38917b_0_76: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82e38917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82e38917b_0_133: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82e38917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82e38917b_0_98: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82e38917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82e38917b_0_61: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82e38917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82e38917b_0_232: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82e38917b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82e38917b_0_175: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82e38917b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82e38917b_0_293: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82e38917b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82e38917b_0_463: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f82e38917b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82e38917b_0_325: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82e38917b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82e38917b_0_372: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82e38917b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82e38917b_0_386: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82e38917b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82e38917b_0_437: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82e38917b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82e38917b_0_421: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82e38917b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82e38917b_0_517: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82e38917b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f82e38917b_0_692: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f82e38917b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82e38917b_0_704: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f82e38917b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295FB7"/>
            </a:gs>
            <a:gs pos="100000">
              <a:srgbClr val="152949"/>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2"/>
          <p:cNvSpPr/>
          <p:nvPr/>
        </p:nvSpPr>
        <p:spPr>
          <a:xfrm>
            <a:off x="0" y="0"/>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800" u="none" cap="none" strike="noStrike">
              <a:solidFill>
                <a:srgbClr val="FFFFFF"/>
              </a:solidFill>
              <a:latin typeface="Arial"/>
              <a:ea typeface="Arial"/>
              <a:cs typeface="Arial"/>
              <a:sym typeface="Arial"/>
            </a:endParaRPr>
          </a:p>
        </p:txBody>
      </p:sp>
      <p:sp>
        <p:nvSpPr>
          <p:cNvPr id="11" name="Google Shape;11;p2"/>
          <p:cNvSpPr/>
          <p:nvPr/>
        </p:nvSpPr>
        <p:spPr>
          <a:xfrm>
            <a:off x="0" y="7543800"/>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800" u="none" cap="none" strike="noStrike">
              <a:solidFill>
                <a:srgbClr val="FFFFFF"/>
              </a:solidFill>
              <a:latin typeface="Arial"/>
              <a:ea typeface="Arial"/>
              <a:cs typeface="Arial"/>
              <a:sym typeface="Arial"/>
            </a:endParaRPr>
          </a:p>
        </p:txBody>
      </p:sp>
    </p:spTree>
  </p:cSld>
  <p:clrMapOvr>
    <a:masterClrMapping/>
  </p:clrMapOvr>
  <p:extLst>
    <p:ext uri="{DCECCB84-F9BA-43D5-87BE-67443E8EF086}">
      <p15:sldGuideLst>
        <p15:guide id="1" orient="horz" pos="4752">
          <p15:clr>
            <a:srgbClr val="E46962"/>
          </p15:clr>
        </p15:guide>
        <p15:guide id="2" pos="10008">
          <p15:clr>
            <a:srgbClr val="E46962"/>
          </p15:clr>
        </p15:guide>
        <p15:guide id="3" pos="360">
          <p15:clr>
            <a:srgbClr val="E46962"/>
          </p15:clr>
        </p15:guide>
        <p15:guide id="4" orient="horz" pos="43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txBox="1"/>
          <p:nvPr>
            <p:ph type="title"/>
          </p:nvPr>
        </p:nvSpPr>
        <p:spPr>
          <a:xfrm>
            <a:off x="561060" y="3441360"/>
            <a:ext cx="15337200" cy="1347000"/>
          </a:xfrm>
          <a:prstGeom prst="rect">
            <a:avLst/>
          </a:prstGeom>
        </p:spPr>
        <p:txBody>
          <a:bodyPr anchorCtr="0" anchor="ctr" bIns="216100" lIns="216100" spcFirstLastPara="1" rIns="216100" wrap="square" tIns="216100">
            <a:normAutofit/>
          </a:bodyPr>
          <a:lstStyle>
            <a:lvl1pPr lvl="0" algn="ctr">
              <a:spcBef>
                <a:spcPts val="0"/>
              </a:spcBef>
              <a:spcAft>
                <a:spcPts val="0"/>
              </a:spcAft>
              <a:buSzPts val="8509"/>
              <a:buNone/>
              <a:defRPr sz="8509"/>
            </a:lvl1pPr>
            <a:lvl2pPr lvl="1" algn="ctr">
              <a:spcBef>
                <a:spcPts val="0"/>
              </a:spcBef>
              <a:spcAft>
                <a:spcPts val="0"/>
              </a:spcAft>
              <a:buSzPts val="8509"/>
              <a:buNone/>
              <a:defRPr sz="8509"/>
            </a:lvl2pPr>
            <a:lvl3pPr lvl="2" algn="ctr">
              <a:spcBef>
                <a:spcPts val="0"/>
              </a:spcBef>
              <a:spcAft>
                <a:spcPts val="0"/>
              </a:spcAft>
              <a:buSzPts val="8509"/>
              <a:buNone/>
              <a:defRPr sz="8509"/>
            </a:lvl3pPr>
            <a:lvl4pPr lvl="3" algn="ctr">
              <a:spcBef>
                <a:spcPts val="0"/>
              </a:spcBef>
              <a:spcAft>
                <a:spcPts val="0"/>
              </a:spcAft>
              <a:buSzPts val="8509"/>
              <a:buNone/>
              <a:defRPr sz="8509"/>
            </a:lvl4pPr>
            <a:lvl5pPr lvl="4" algn="ctr">
              <a:spcBef>
                <a:spcPts val="0"/>
              </a:spcBef>
              <a:spcAft>
                <a:spcPts val="0"/>
              </a:spcAft>
              <a:buSzPts val="8509"/>
              <a:buNone/>
              <a:defRPr sz="8509"/>
            </a:lvl5pPr>
            <a:lvl6pPr lvl="5" algn="ctr">
              <a:spcBef>
                <a:spcPts val="0"/>
              </a:spcBef>
              <a:spcAft>
                <a:spcPts val="0"/>
              </a:spcAft>
              <a:buSzPts val="8509"/>
              <a:buNone/>
              <a:defRPr sz="8509"/>
            </a:lvl6pPr>
            <a:lvl7pPr lvl="6" algn="ctr">
              <a:spcBef>
                <a:spcPts val="0"/>
              </a:spcBef>
              <a:spcAft>
                <a:spcPts val="0"/>
              </a:spcAft>
              <a:buSzPts val="8509"/>
              <a:buNone/>
              <a:defRPr sz="8509"/>
            </a:lvl7pPr>
            <a:lvl8pPr lvl="7" algn="ctr">
              <a:spcBef>
                <a:spcPts val="0"/>
              </a:spcBef>
              <a:spcAft>
                <a:spcPts val="0"/>
              </a:spcAft>
              <a:buSzPts val="8509"/>
              <a:buNone/>
              <a:defRPr sz="8509"/>
            </a:lvl8pPr>
            <a:lvl9pPr lvl="8" algn="ctr">
              <a:spcBef>
                <a:spcPts val="0"/>
              </a:spcBef>
              <a:spcAft>
                <a:spcPts val="0"/>
              </a:spcAft>
              <a:buSzPts val="8509"/>
              <a:buNone/>
              <a:defRPr sz="8509"/>
            </a:lvl9pPr>
          </a:lstStyle>
          <a:p/>
        </p:txBody>
      </p:sp>
      <p:sp>
        <p:nvSpPr>
          <p:cNvPr id="14" name="Google Shape;14;p3"/>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561060" y="712040"/>
            <a:ext cx="15337200" cy="916200"/>
          </a:xfrm>
          <a:prstGeom prst="rect">
            <a:avLst/>
          </a:prstGeom>
        </p:spPr>
        <p:txBody>
          <a:bodyPr anchorCtr="0" anchor="t" bIns="216100" lIns="216100" spcFirstLastPara="1" rIns="216100" wrap="square" tIns="216100">
            <a:normAutofit/>
          </a:bodyPr>
          <a:lstStyle>
            <a:lvl1pPr lvl="0">
              <a:spcBef>
                <a:spcPts val="0"/>
              </a:spcBef>
              <a:spcAft>
                <a:spcPts val="0"/>
              </a:spcAft>
              <a:buSzPts val="6618"/>
              <a:buNone/>
              <a:defRPr sz="6618"/>
            </a:lvl1pPr>
            <a:lvl2pPr lvl="1">
              <a:spcBef>
                <a:spcPts val="0"/>
              </a:spcBef>
              <a:spcAft>
                <a:spcPts val="0"/>
              </a:spcAft>
              <a:buSzPts val="6618"/>
              <a:buNone/>
              <a:defRPr sz="6618"/>
            </a:lvl2pPr>
            <a:lvl3pPr lvl="2">
              <a:spcBef>
                <a:spcPts val="0"/>
              </a:spcBef>
              <a:spcAft>
                <a:spcPts val="0"/>
              </a:spcAft>
              <a:buSzPts val="6618"/>
              <a:buNone/>
              <a:defRPr sz="6618"/>
            </a:lvl3pPr>
            <a:lvl4pPr lvl="3">
              <a:spcBef>
                <a:spcPts val="0"/>
              </a:spcBef>
              <a:spcAft>
                <a:spcPts val="0"/>
              </a:spcAft>
              <a:buSzPts val="6618"/>
              <a:buNone/>
              <a:defRPr sz="6618"/>
            </a:lvl4pPr>
            <a:lvl5pPr lvl="4">
              <a:spcBef>
                <a:spcPts val="0"/>
              </a:spcBef>
              <a:spcAft>
                <a:spcPts val="0"/>
              </a:spcAft>
              <a:buSzPts val="6618"/>
              <a:buNone/>
              <a:defRPr sz="6618"/>
            </a:lvl5pPr>
            <a:lvl6pPr lvl="5">
              <a:spcBef>
                <a:spcPts val="0"/>
              </a:spcBef>
              <a:spcAft>
                <a:spcPts val="0"/>
              </a:spcAft>
              <a:buSzPts val="6618"/>
              <a:buNone/>
              <a:defRPr sz="6618"/>
            </a:lvl6pPr>
            <a:lvl7pPr lvl="6">
              <a:spcBef>
                <a:spcPts val="0"/>
              </a:spcBef>
              <a:spcAft>
                <a:spcPts val="0"/>
              </a:spcAft>
              <a:buSzPts val="6618"/>
              <a:buNone/>
              <a:defRPr sz="6618"/>
            </a:lvl7pPr>
            <a:lvl8pPr lvl="7">
              <a:spcBef>
                <a:spcPts val="0"/>
              </a:spcBef>
              <a:spcAft>
                <a:spcPts val="0"/>
              </a:spcAft>
              <a:buSzPts val="6618"/>
              <a:buNone/>
              <a:defRPr sz="6618"/>
            </a:lvl8pPr>
            <a:lvl9pPr lvl="8">
              <a:spcBef>
                <a:spcPts val="0"/>
              </a:spcBef>
              <a:spcAft>
                <a:spcPts val="0"/>
              </a:spcAft>
              <a:buSzPts val="6618"/>
              <a:buNone/>
              <a:defRPr sz="6618"/>
            </a:lvl9pPr>
          </a:lstStyle>
          <a:p/>
        </p:txBody>
      </p:sp>
      <p:sp>
        <p:nvSpPr>
          <p:cNvPr id="17" name="Google Shape;17;p4"/>
          <p:cNvSpPr txBox="1"/>
          <p:nvPr>
            <p:ph idx="1" type="body"/>
          </p:nvPr>
        </p:nvSpPr>
        <p:spPr>
          <a:xfrm>
            <a:off x="561060" y="1843960"/>
            <a:ext cx="15337200" cy="5466000"/>
          </a:xfrm>
          <a:prstGeom prst="rect">
            <a:avLst/>
          </a:prstGeom>
        </p:spPr>
        <p:txBody>
          <a:bodyPr anchorCtr="0" anchor="t" bIns="216100" lIns="216100" spcFirstLastPara="1" rIns="216100" wrap="square" tIns="216100">
            <a:normAutofit/>
          </a:bodyPr>
          <a:lstStyle>
            <a:lvl1pPr indent="-498769" lvl="0" marL="457200">
              <a:spcBef>
                <a:spcPts val="0"/>
              </a:spcBef>
              <a:spcAft>
                <a:spcPts val="0"/>
              </a:spcAft>
              <a:buSzPts val="4255"/>
              <a:buChar char="●"/>
              <a:defRPr sz="4255"/>
            </a:lvl1pPr>
            <a:lvl2pPr indent="-438732" lvl="1" marL="914400">
              <a:spcBef>
                <a:spcPts val="0"/>
              </a:spcBef>
              <a:spcAft>
                <a:spcPts val="0"/>
              </a:spcAft>
              <a:buSzPts val="3309"/>
              <a:buChar char="○"/>
              <a:defRPr sz="3309"/>
            </a:lvl2pPr>
            <a:lvl3pPr indent="-438732" lvl="2" marL="1371600">
              <a:spcBef>
                <a:spcPts val="0"/>
              </a:spcBef>
              <a:spcAft>
                <a:spcPts val="0"/>
              </a:spcAft>
              <a:buSzPts val="3309"/>
              <a:buChar char="■"/>
              <a:defRPr sz="3309"/>
            </a:lvl3pPr>
            <a:lvl4pPr indent="-438732" lvl="3" marL="1828800">
              <a:spcBef>
                <a:spcPts val="0"/>
              </a:spcBef>
              <a:spcAft>
                <a:spcPts val="0"/>
              </a:spcAft>
              <a:buSzPts val="3309"/>
              <a:buChar char="●"/>
              <a:defRPr sz="3309"/>
            </a:lvl4pPr>
            <a:lvl5pPr indent="-438732" lvl="4" marL="2286000">
              <a:spcBef>
                <a:spcPts val="0"/>
              </a:spcBef>
              <a:spcAft>
                <a:spcPts val="0"/>
              </a:spcAft>
              <a:buSzPts val="3309"/>
              <a:buChar char="○"/>
              <a:defRPr sz="3309"/>
            </a:lvl5pPr>
            <a:lvl6pPr indent="-438732" lvl="5" marL="2743200">
              <a:spcBef>
                <a:spcPts val="0"/>
              </a:spcBef>
              <a:spcAft>
                <a:spcPts val="0"/>
              </a:spcAft>
              <a:buSzPts val="3309"/>
              <a:buChar char="■"/>
              <a:defRPr sz="3309"/>
            </a:lvl6pPr>
            <a:lvl7pPr indent="-438732" lvl="6" marL="3200400">
              <a:spcBef>
                <a:spcPts val="0"/>
              </a:spcBef>
              <a:spcAft>
                <a:spcPts val="0"/>
              </a:spcAft>
              <a:buSzPts val="3309"/>
              <a:buChar char="●"/>
              <a:defRPr sz="3309"/>
            </a:lvl7pPr>
            <a:lvl8pPr indent="-438732" lvl="7" marL="3657600">
              <a:spcBef>
                <a:spcPts val="0"/>
              </a:spcBef>
              <a:spcAft>
                <a:spcPts val="0"/>
              </a:spcAft>
              <a:buSzPts val="3309"/>
              <a:buChar char="○"/>
              <a:defRPr sz="3309"/>
            </a:lvl8pPr>
            <a:lvl9pPr indent="-438732" lvl="8" marL="4114800">
              <a:spcBef>
                <a:spcPts val="0"/>
              </a:spcBef>
              <a:spcAft>
                <a:spcPts val="0"/>
              </a:spcAft>
              <a:buSzPts val="3309"/>
              <a:buChar char="■"/>
              <a:defRPr sz="3309"/>
            </a:lvl9pPr>
          </a:lstStyle>
          <a:p/>
        </p:txBody>
      </p:sp>
      <p:sp>
        <p:nvSpPr>
          <p:cNvPr id="18" name="Google Shape;18;p4"/>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561060" y="712040"/>
            <a:ext cx="15337200" cy="916200"/>
          </a:xfrm>
          <a:prstGeom prst="rect">
            <a:avLst/>
          </a:prstGeom>
        </p:spPr>
        <p:txBody>
          <a:bodyPr anchorCtr="0" anchor="t" bIns="216100" lIns="216100" spcFirstLastPara="1" rIns="216100" wrap="square" tIns="216100">
            <a:normAutofit/>
          </a:bodyPr>
          <a:lstStyle>
            <a:lvl1pPr lvl="0">
              <a:spcBef>
                <a:spcPts val="0"/>
              </a:spcBef>
              <a:spcAft>
                <a:spcPts val="0"/>
              </a:spcAft>
              <a:buSzPts val="6618"/>
              <a:buNone/>
              <a:defRPr sz="6618"/>
            </a:lvl1pPr>
            <a:lvl2pPr lvl="1">
              <a:spcBef>
                <a:spcPts val="0"/>
              </a:spcBef>
              <a:spcAft>
                <a:spcPts val="0"/>
              </a:spcAft>
              <a:buSzPts val="6618"/>
              <a:buNone/>
              <a:defRPr sz="6618"/>
            </a:lvl2pPr>
            <a:lvl3pPr lvl="2">
              <a:spcBef>
                <a:spcPts val="0"/>
              </a:spcBef>
              <a:spcAft>
                <a:spcPts val="0"/>
              </a:spcAft>
              <a:buSzPts val="6618"/>
              <a:buNone/>
              <a:defRPr sz="6618"/>
            </a:lvl3pPr>
            <a:lvl4pPr lvl="3">
              <a:spcBef>
                <a:spcPts val="0"/>
              </a:spcBef>
              <a:spcAft>
                <a:spcPts val="0"/>
              </a:spcAft>
              <a:buSzPts val="6618"/>
              <a:buNone/>
              <a:defRPr sz="6618"/>
            </a:lvl4pPr>
            <a:lvl5pPr lvl="4">
              <a:spcBef>
                <a:spcPts val="0"/>
              </a:spcBef>
              <a:spcAft>
                <a:spcPts val="0"/>
              </a:spcAft>
              <a:buSzPts val="6618"/>
              <a:buNone/>
              <a:defRPr sz="6618"/>
            </a:lvl5pPr>
            <a:lvl6pPr lvl="5">
              <a:spcBef>
                <a:spcPts val="0"/>
              </a:spcBef>
              <a:spcAft>
                <a:spcPts val="0"/>
              </a:spcAft>
              <a:buSzPts val="6618"/>
              <a:buNone/>
              <a:defRPr sz="6618"/>
            </a:lvl6pPr>
            <a:lvl7pPr lvl="6">
              <a:spcBef>
                <a:spcPts val="0"/>
              </a:spcBef>
              <a:spcAft>
                <a:spcPts val="0"/>
              </a:spcAft>
              <a:buSzPts val="6618"/>
              <a:buNone/>
              <a:defRPr sz="6618"/>
            </a:lvl7pPr>
            <a:lvl8pPr lvl="7">
              <a:spcBef>
                <a:spcPts val="0"/>
              </a:spcBef>
              <a:spcAft>
                <a:spcPts val="0"/>
              </a:spcAft>
              <a:buSzPts val="6618"/>
              <a:buNone/>
              <a:defRPr sz="6618"/>
            </a:lvl8pPr>
            <a:lvl9pPr lvl="8">
              <a:spcBef>
                <a:spcPts val="0"/>
              </a:spcBef>
              <a:spcAft>
                <a:spcPts val="0"/>
              </a:spcAft>
              <a:buSzPts val="6618"/>
              <a:buNone/>
              <a:defRPr sz="6618"/>
            </a:lvl9pPr>
          </a:lstStyle>
          <a:p/>
        </p:txBody>
      </p:sp>
      <p:sp>
        <p:nvSpPr>
          <p:cNvPr id="21" name="Google Shape;21;p5"/>
          <p:cNvSpPr txBox="1"/>
          <p:nvPr>
            <p:ph idx="1" type="body"/>
          </p:nvPr>
        </p:nvSpPr>
        <p:spPr>
          <a:xfrm>
            <a:off x="561060" y="1843960"/>
            <a:ext cx="7199700" cy="5466000"/>
          </a:xfrm>
          <a:prstGeom prst="rect">
            <a:avLst/>
          </a:prstGeom>
        </p:spPr>
        <p:txBody>
          <a:bodyPr anchorCtr="0" anchor="t" bIns="216100" lIns="216100" spcFirstLastPara="1" rIns="216100" wrap="square" tIns="216100">
            <a:normAutofit/>
          </a:bodyPr>
          <a:lstStyle>
            <a:lvl1pPr indent="-438732" lvl="0" marL="457200">
              <a:spcBef>
                <a:spcPts val="0"/>
              </a:spcBef>
              <a:spcAft>
                <a:spcPts val="0"/>
              </a:spcAft>
              <a:buSzPts val="3309"/>
              <a:buChar char="●"/>
              <a:defRPr sz="3309"/>
            </a:lvl1pPr>
            <a:lvl2pPr indent="-408713" lvl="1" marL="914400">
              <a:spcBef>
                <a:spcPts val="0"/>
              </a:spcBef>
              <a:spcAft>
                <a:spcPts val="0"/>
              </a:spcAft>
              <a:buSzPts val="2836"/>
              <a:buChar char="○"/>
              <a:defRPr sz="2836"/>
            </a:lvl2pPr>
            <a:lvl3pPr indent="-408713" lvl="2" marL="1371600">
              <a:spcBef>
                <a:spcPts val="0"/>
              </a:spcBef>
              <a:spcAft>
                <a:spcPts val="0"/>
              </a:spcAft>
              <a:buSzPts val="2836"/>
              <a:buChar char="■"/>
              <a:defRPr sz="2836"/>
            </a:lvl3pPr>
            <a:lvl4pPr indent="-408713" lvl="3" marL="1828800">
              <a:spcBef>
                <a:spcPts val="0"/>
              </a:spcBef>
              <a:spcAft>
                <a:spcPts val="0"/>
              </a:spcAft>
              <a:buSzPts val="2836"/>
              <a:buChar char="●"/>
              <a:defRPr sz="2836"/>
            </a:lvl4pPr>
            <a:lvl5pPr indent="-408713" lvl="4" marL="2286000">
              <a:spcBef>
                <a:spcPts val="0"/>
              </a:spcBef>
              <a:spcAft>
                <a:spcPts val="0"/>
              </a:spcAft>
              <a:buSzPts val="2836"/>
              <a:buChar char="○"/>
              <a:defRPr sz="2836"/>
            </a:lvl5pPr>
            <a:lvl6pPr indent="-408713" lvl="5" marL="2743200">
              <a:spcBef>
                <a:spcPts val="0"/>
              </a:spcBef>
              <a:spcAft>
                <a:spcPts val="0"/>
              </a:spcAft>
              <a:buSzPts val="2836"/>
              <a:buChar char="■"/>
              <a:defRPr sz="2836"/>
            </a:lvl6pPr>
            <a:lvl7pPr indent="-408713" lvl="6" marL="3200400">
              <a:spcBef>
                <a:spcPts val="0"/>
              </a:spcBef>
              <a:spcAft>
                <a:spcPts val="0"/>
              </a:spcAft>
              <a:buSzPts val="2836"/>
              <a:buChar char="●"/>
              <a:defRPr sz="2836"/>
            </a:lvl7pPr>
            <a:lvl8pPr indent="-408713" lvl="7" marL="3657600">
              <a:spcBef>
                <a:spcPts val="0"/>
              </a:spcBef>
              <a:spcAft>
                <a:spcPts val="0"/>
              </a:spcAft>
              <a:buSzPts val="2836"/>
              <a:buChar char="○"/>
              <a:defRPr sz="2836"/>
            </a:lvl8pPr>
            <a:lvl9pPr indent="-408713" lvl="8" marL="4114800">
              <a:spcBef>
                <a:spcPts val="0"/>
              </a:spcBef>
              <a:spcAft>
                <a:spcPts val="0"/>
              </a:spcAft>
              <a:buSzPts val="2836"/>
              <a:buChar char="■"/>
              <a:defRPr sz="2836"/>
            </a:lvl9pPr>
          </a:lstStyle>
          <a:p/>
        </p:txBody>
      </p:sp>
      <p:sp>
        <p:nvSpPr>
          <p:cNvPr id="22" name="Google Shape;22;p5"/>
          <p:cNvSpPr txBox="1"/>
          <p:nvPr>
            <p:ph idx="2" type="body"/>
          </p:nvPr>
        </p:nvSpPr>
        <p:spPr>
          <a:xfrm>
            <a:off x="8698320" y="1843960"/>
            <a:ext cx="7199700" cy="5466000"/>
          </a:xfrm>
          <a:prstGeom prst="rect">
            <a:avLst/>
          </a:prstGeom>
        </p:spPr>
        <p:txBody>
          <a:bodyPr anchorCtr="0" anchor="t" bIns="216100" lIns="216100" spcFirstLastPara="1" rIns="216100" wrap="square" tIns="216100">
            <a:normAutofit/>
          </a:bodyPr>
          <a:lstStyle>
            <a:lvl1pPr indent="-438732" lvl="0" marL="457200">
              <a:spcBef>
                <a:spcPts val="0"/>
              </a:spcBef>
              <a:spcAft>
                <a:spcPts val="0"/>
              </a:spcAft>
              <a:buSzPts val="3309"/>
              <a:buChar char="●"/>
              <a:defRPr sz="3309"/>
            </a:lvl1pPr>
            <a:lvl2pPr indent="-408713" lvl="1" marL="914400">
              <a:spcBef>
                <a:spcPts val="0"/>
              </a:spcBef>
              <a:spcAft>
                <a:spcPts val="0"/>
              </a:spcAft>
              <a:buSzPts val="2836"/>
              <a:buChar char="○"/>
              <a:defRPr sz="2836"/>
            </a:lvl2pPr>
            <a:lvl3pPr indent="-408713" lvl="2" marL="1371600">
              <a:spcBef>
                <a:spcPts val="0"/>
              </a:spcBef>
              <a:spcAft>
                <a:spcPts val="0"/>
              </a:spcAft>
              <a:buSzPts val="2836"/>
              <a:buChar char="■"/>
              <a:defRPr sz="2836"/>
            </a:lvl3pPr>
            <a:lvl4pPr indent="-408713" lvl="3" marL="1828800">
              <a:spcBef>
                <a:spcPts val="0"/>
              </a:spcBef>
              <a:spcAft>
                <a:spcPts val="0"/>
              </a:spcAft>
              <a:buSzPts val="2836"/>
              <a:buChar char="●"/>
              <a:defRPr sz="2836"/>
            </a:lvl4pPr>
            <a:lvl5pPr indent="-408713" lvl="4" marL="2286000">
              <a:spcBef>
                <a:spcPts val="0"/>
              </a:spcBef>
              <a:spcAft>
                <a:spcPts val="0"/>
              </a:spcAft>
              <a:buSzPts val="2836"/>
              <a:buChar char="○"/>
              <a:defRPr sz="2836"/>
            </a:lvl5pPr>
            <a:lvl6pPr indent="-408713" lvl="5" marL="2743200">
              <a:spcBef>
                <a:spcPts val="0"/>
              </a:spcBef>
              <a:spcAft>
                <a:spcPts val="0"/>
              </a:spcAft>
              <a:buSzPts val="2836"/>
              <a:buChar char="■"/>
              <a:defRPr sz="2836"/>
            </a:lvl6pPr>
            <a:lvl7pPr indent="-408713" lvl="6" marL="3200400">
              <a:spcBef>
                <a:spcPts val="0"/>
              </a:spcBef>
              <a:spcAft>
                <a:spcPts val="0"/>
              </a:spcAft>
              <a:buSzPts val="2836"/>
              <a:buChar char="●"/>
              <a:defRPr sz="2836"/>
            </a:lvl7pPr>
            <a:lvl8pPr indent="-408713" lvl="7" marL="3657600">
              <a:spcBef>
                <a:spcPts val="0"/>
              </a:spcBef>
              <a:spcAft>
                <a:spcPts val="0"/>
              </a:spcAft>
              <a:buSzPts val="2836"/>
              <a:buChar char="○"/>
              <a:defRPr sz="2836"/>
            </a:lvl8pPr>
            <a:lvl9pPr indent="-408713" lvl="8" marL="4114800">
              <a:spcBef>
                <a:spcPts val="0"/>
              </a:spcBef>
              <a:spcAft>
                <a:spcPts val="0"/>
              </a:spcAft>
              <a:buSzPts val="2836"/>
              <a:buChar char="■"/>
              <a:defRPr sz="2836"/>
            </a:lvl9pPr>
          </a:lstStyle>
          <a:p/>
        </p:txBody>
      </p:sp>
      <p:sp>
        <p:nvSpPr>
          <p:cNvPr id="23" name="Google Shape;23;p5"/>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561060" y="712040"/>
            <a:ext cx="15337200" cy="916200"/>
          </a:xfrm>
          <a:prstGeom prst="rect">
            <a:avLst/>
          </a:prstGeom>
        </p:spPr>
        <p:txBody>
          <a:bodyPr anchorCtr="0" anchor="t" bIns="216100" lIns="216100" spcFirstLastPara="1" rIns="216100" wrap="square" tIns="216100">
            <a:normAutofit/>
          </a:bodyPr>
          <a:lstStyle>
            <a:lvl1pPr lvl="0">
              <a:spcBef>
                <a:spcPts val="0"/>
              </a:spcBef>
              <a:spcAft>
                <a:spcPts val="0"/>
              </a:spcAft>
              <a:buSzPts val="6618"/>
              <a:buNone/>
              <a:defRPr sz="6618"/>
            </a:lvl1pPr>
            <a:lvl2pPr lvl="1">
              <a:spcBef>
                <a:spcPts val="0"/>
              </a:spcBef>
              <a:spcAft>
                <a:spcPts val="0"/>
              </a:spcAft>
              <a:buSzPts val="6618"/>
              <a:buNone/>
              <a:defRPr sz="6618"/>
            </a:lvl2pPr>
            <a:lvl3pPr lvl="2">
              <a:spcBef>
                <a:spcPts val="0"/>
              </a:spcBef>
              <a:spcAft>
                <a:spcPts val="0"/>
              </a:spcAft>
              <a:buSzPts val="6618"/>
              <a:buNone/>
              <a:defRPr sz="6618"/>
            </a:lvl3pPr>
            <a:lvl4pPr lvl="3">
              <a:spcBef>
                <a:spcPts val="0"/>
              </a:spcBef>
              <a:spcAft>
                <a:spcPts val="0"/>
              </a:spcAft>
              <a:buSzPts val="6618"/>
              <a:buNone/>
              <a:defRPr sz="6618"/>
            </a:lvl4pPr>
            <a:lvl5pPr lvl="4">
              <a:spcBef>
                <a:spcPts val="0"/>
              </a:spcBef>
              <a:spcAft>
                <a:spcPts val="0"/>
              </a:spcAft>
              <a:buSzPts val="6618"/>
              <a:buNone/>
              <a:defRPr sz="6618"/>
            </a:lvl5pPr>
            <a:lvl6pPr lvl="5">
              <a:spcBef>
                <a:spcPts val="0"/>
              </a:spcBef>
              <a:spcAft>
                <a:spcPts val="0"/>
              </a:spcAft>
              <a:buSzPts val="6618"/>
              <a:buNone/>
              <a:defRPr sz="6618"/>
            </a:lvl6pPr>
            <a:lvl7pPr lvl="6">
              <a:spcBef>
                <a:spcPts val="0"/>
              </a:spcBef>
              <a:spcAft>
                <a:spcPts val="0"/>
              </a:spcAft>
              <a:buSzPts val="6618"/>
              <a:buNone/>
              <a:defRPr sz="6618"/>
            </a:lvl7pPr>
            <a:lvl8pPr lvl="7">
              <a:spcBef>
                <a:spcPts val="0"/>
              </a:spcBef>
              <a:spcAft>
                <a:spcPts val="0"/>
              </a:spcAft>
              <a:buSzPts val="6618"/>
              <a:buNone/>
              <a:defRPr sz="6618"/>
            </a:lvl8pPr>
            <a:lvl9pPr lvl="8">
              <a:spcBef>
                <a:spcPts val="0"/>
              </a:spcBef>
              <a:spcAft>
                <a:spcPts val="0"/>
              </a:spcAft>
              <a:buSzPts val="6618"/>
              <a:buNone/>
              <a:defRPr sz="6618"/>
            </a:lvl9pPr>
          </a:lstStyle>
          <a:p/>
        </p:txBody>
      </p:sp>
      <p:sp>
        <p:nvSpPr>
          <p:cNvPr id="26" name="Google Shape;26;p6"/>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561060" y="888960"/>
            <a:ext cx="5054400" cy="1209300"/>
          </a:xfrm>
          <a:prstGeom prst="rect">
            <a:avLst/>
          </a:prstGeom>
        </p:spPr>
        <p:txBody>
          <a:bodyPr anchorCtr="0" anchor="b" bIns="216100" lIns="216100" spcFirstLastPara="1" rIns="216100" wrap="square" tIns="216100">
            <a:normAutofit/>
          </a:bodyPr>
          <a:lstStyle>
            <a:lvl1pPr lvl="0">
              <a:spcBef>
                <a:spcPts val="0"/>
              </a:spcBef>
              <a:spcAft>
                <a:spcPts val="0"/>
              </a:spcAft>
              <a:buSzPts val="5673"/>
              <a:buNone/>
              <a:defRPr sz="5673"/>
            </a:lvl1pPr>
            <a:lvl2pPr lvl="1">
              <a:spcBef>
                <a:spcPts val="0"/>
              </a:spcBef>
              <a:spcAft>
                <a:spcPts val="0"/>
              </a:spcAft>
              <a:buSzPts val="5673"/>
              <a:buNone/>
              <a:defRPr sz="5673"/>
            </a:lvl2pPr>
            <a:lvl3pPr lvl="2">
              <a:spcBef>
                <a:spcPts val="0"/>
              </a:spcBef>
              <a:spcAft>
                <a:spcPts val="0"/>
              </a:spcAft>
              <a:buSzPts val="5673"/>
              <a:buNone/>
              <a:defRPr sz="5673"/>
            </a:lvl3pPr>
            <a:lvl4pPr lvl="3">
              <a:spcBef>
                <a:spcPts val="0"/>
              </a:spcBef>
              <a:spcAft>
                <a:spcPts val="0"/>
              </a:spcAft>
              <a:buSzPts val="5673"/>
              <a:buNone/>
              <a:defRPr sz="5673"/>
            </a:lvl4pPr>
            <a:lvl5pPr lvl="4">
              <a:spcBef>
                <a:spcPts val="0"/>
              </a:spcBef>
              <a:spcAft>
                <a:spcPts val="0"/>
              </a:spcAft>
              <a:buSzPts val="5673"/>
              <a:buNone/>
              <a:defRPr sz="5673"/>
            </a:lvl5pPr>
            <a:lvl6pPr lvl="5">
              <a:spcBef>
                <a:spcPts val="0"/>
              </a:spcBef>
              <a:spcAft>
                <a:spcPts val="0"/>
              </a:spcAft>
              <a:buSzPts val="5673"/>
              <a:buNone/>
              <a:defRPr sz="5673"/>
            </a:lvl6pPr>
            <a:lvl7pPr lvl="6">
              <a:spcBef>
                <a:spcPts val="0"/>
              </a:spcBef>
              <a:spcAft>
                <a:spcPts val="0"/>
              </a:spcAft>
              <a:buSzPts val="5673"/>
              <a:buNone/>
              <a:defRPr sz="5673"/>
            </a:lvl7pPr>
            <a:lvl8pPr lvl="7">
              <a:spcBef>
                <a:spcPts val="0"/>
              </a:spcBef>
              <a:spcAft>
                <a:spcPts val="0"/>
              </a:spcAft>
              <a:buSzPts val="5673"/>
              <a:buNone/>
              <a:defRPr sz="5673"/>
            </a:lvl8pPr>
            <a:lvl9pPr lvl="8">
              <a:spcBef>
                <a:spcPts val="0"/>
              </a:spcBef>
              <a:spcAft>
                <a:spcPts val="0"/>
              </a:spcAft>
              <a:buSzPts val="5673"/>
              <a:buNone/>
              <a:defRPr sz="5673"/>
            </a:lvl9pPr>
          </a:lstStyle>
          <a:p/>
        </p:txBody>
      </p:sp>
      <p:sp>
        <p:nvSpPr>
          <p:cNvPr id="29" name="Google Shape;29;p7"/>
          <p:cNvSpPr txBox="1"/>
          <p:nvPr>
            <p:ph idx="1" type="body"/>
          </p:nvPr>
        </p:nvSpPr>
        <p:spPr>
          <a:xfrm>
            <a:off x="561060" y="2223360"/>
            <a:ext cx="5054400" cy="5087100"/>
          </a:xfrm>
          <a:prstGeom prst="rect">
            <a:avLst/>
          </a:prstGeom>
        </p:spPr>
        <p:txBody>
          <a:bodyPr anchorCtr="0" anchor="t" bIns="216100" lIns="216100" spcFirstLastPara="1" rIns="216100" wrap="square" tIns="216100">
            <a:normAutofit/>
          </a:bodyPr>
          <a:lstStyle>
            <a:lvl1pPr indent="-408713" lvl="0" marL="457200">
              <a:spcBef>
                <a:spcPts val="0"/>
              </a:spcBef>
              <a:spcAft>
                <a:spcPts val="0"/>
              </a:spcAft>
              <a:buSzPts val="2836"/>
              <a:buChar char="●"/>
              <a:defRPr sz="2836"/>
            </a:lvl1pPr>
            <a:lvl2pPr indent="-408713" lvl="1" marL="914400">
              <a:spcBef>
                <a:spcPts val="0"/>
              </a:spcBef>
              <a:spcAft>
                <a:spcPts val="0"/>
              </a:spcAft>
              <a:buSzPts val="2836"/>
              <a:buChar char="○"/>
              <a:defRPr sz="2836"/>
            </a:lvl2pPr>
            <a:lvl3pPr indent="-408713" lvl="2" marL="1371600">
              <a:spcBef>
                <a:spcPts val="0"/>
              </a:spcBef>
              <a:spcAft>
                <a:spcPts val="0"/>
              </a:spcAft>
              <a:buSzPts val="2836"/>
              <a:buChar char="■"/>
              <a:defRPr sz="2836"/>
            </a:lvl3pPr>
            <a:lvl4pPr indent="-408713" lvl="3" marL="1828800">
              <a:spcBef>
                <a:spcPts val="0"/>
              </a:spcBef>
              <a:spcAft>
                <a:spcPts val="0"/>
              </a:spcAft>
              <a:buSzPts val="2836"/>
              <a:buChar char="●"/>
              <a:defRPr sz="2836"/>
            </a:lvl4pPr>
            <a:lvl5pPr indent="-408713" lvl="4" marL="2286000">
              <a:spcBef>
                <a:spcPts val="0"/>
              </a:spcBef>
              <a:spcAft>
                <a:spcPts val="0"/>
              </a:spcAft>
              <a:buSzPts val="2836"/>
              <a:buChar char="○"/>
              <a:defRPr sz="2836"/>
            </a:lvl5pPr>
            <a:lvl6pPr indent="-408713" lvl="5" marL="2743200">
              <a:spcBef>
                <a:spcPts val="0"/>
              </a:spcBef>
              <a:spcAft>
                <a:spcPts val="0"/>
              </a:spcAft>
              <a:buSzPts val="2836"/>
              <a:buChar char="■"/>
              <a:defRPr sz="2836"/>
            </a:lvl6pPr>
            <a:lvl7pPr indent="-408713" lvl="6" marL="3200400">
              <a:spcBef>
                <a:spcPts val="0"/>
              </a:spcBef>
              <a:spcAft>
                <a:spcPts val="0"/>
              </a:spcAft>
              <a:buSzPts val="2836"/>
              <a:buChar char="●"/>
              <a:defRPr sz="2836"/>
            </a:lvl7pPr>
            <a:lvl8pPr indent="-408713" lvl="7" marL="3657600">
              <a:spcBef>
                <a:spcPts val="0"/>
              </a:spcBef>
              <a:spcAft>
                <a:spcPts val="0"/>
              </a:spcAft>
              <a:buSzPts val="2836"/>
              <a:buChar char="○"/>
              <a:defRPr sz="2836"/>
            </a:lvl8pPr>
            <a:lvl9pPr indent="-408713" lvl="8" marL="4114800">
              <a:spcBef>
                <a:spcPts val="0"/>
              </a:spcBef>
              <a:spcAft>
                <a:spcPts val="0"/>
              </a:spcAft>
              <a:buSzPts val="2836"/>
              <a:buChar char="■"/>
              <a:defRPr sz="2836"/>
            </a:lvl9pPr>
          </a:lstStyle>
          <a:p/>
        </p:txBody>
      </p:sp>
      <p:sp>
        <p:nvSpPr>
          <p:cNvPr id="30" name="Google Shape;30;p7"/>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882450" y="720240"/>
            <a:ext cx="11462100" cy="6545100"/>
          </a:xfrm>
          <a:prstGeom prst="rect">
            <a:avLst/>
          </a:prstGeom>
        </p:spPr>
        <p:txBody>
          <a:bodyPr anchorCtr="0" anchor="ctr" bIns="216100" lIns="216100" spcFirstLastPara="1" rIns="216100" wrap="square" tIns="216100">
            <a:normAutofit/>
          </a:bodyPr>
          <a:lstStyle>
            <a:lvl1pPr lvl="0">
              <a:spcBef>
                <a:spcPts val="0"/>
              </a:spcBef>
              <a:spcAft>
                <a:spcPts val="0"/>
              </a:spcAft>
              <a:buSzPts val="11346"/>
              <a:buNone/>
              <a:defRPr sz="11346"/>
            </a:lvl1pPr>
            <a:lvl2pPr lvl="1">
              <a:spcBef>
                <a:spcPts val="0"/>
              </a:spcBef>
              <a:spcAft>
                <a:spcPts val="0"/>
              </a:spcAft>
              <a:buSzPts val="11346"/>
              <a:buNone/>
              <a:defRPr sz="11346"/>
            </a:lvl2pPr>
            <a:lvl3pPr lvl="2">
              <a:spcBef>
                <a:spcPts val="0"/>
              </a:spcBef>
              <a:spcAft>
                <a:spcPts val="0"/>
              </a:spcAft>
              <a:buSzPts val="11346"/>
              <a:buNone/>
              <a:defRPr sz="11346"/>
            </a:lvl3pPr>
            <a:lvl4pPr lvl="3">
              <a:spcBef>
                <a:spcPts val="0"/>
              </a:spcBef>
              <a:spcAft>
                <a:spcPts val="0"/>
              </a:spcAft>
              <a:buSzPts val="11346"/>
              <a:buNone/>
              <a:defRPr sz="11346"/>
            </a:lvl4pPr>
            <a:lvl5pPr lvl="4">
              <a:spcBef>
                <a:spcPts val="0"/>
              </a:spcBef>
              <a:spcAft>
                <a:spcPts val="0"/>
              </a:spcAft>
              <a:buSzPts val="11346"/>
              <a:buNone/>
              <a:defRPr sz="11346"/>
            </a:lvl5pPr>
            <a:lvl6pPr lvl="5">
              <a:spcBef>
                <a:spcPts val="0"/>
              </a:spcBef>
              <a:spcAft>
                <a:spcPts val="0"/>
              </a:spcAft>
              <a:buSzPts val="11346"/>
              <a:buNone/>
              <a:defRPr sz="11346"/>
            </a:lvl6pPr>
            <a:lvl7pPr lvl="6">
              <a:spcBef>
                <a:spcPts val="0"/>
              </a:spcBef>
              <a:spcAft>
                <a:spcPts val="0"/>
              </a:spcAft>
              <a:buSzPts val="11346"/>
              <a:buNone/>
              <a:defRPr sz="11346"/>
            </a:lvl7pPr>
            <a:lvl8pPr lvl="7">
              <a:spcBef>
                <a:spcPts val="0"/>
              </a:spcBef>
              <a:spcAft>
                <a:spcPts val="0"/>
              </a:spcAft>
              <a:buSzPts val="11346"/>
              <a:buNone/>
              <a:defRPr sz="11346"/>
            </a:lvl8pPr>
            <a:lvl9pPr lvl="8">
              <a:spcBef>
                <a:spcPts val="0"/>
              </a:spcBef>
              <a:spcAft>
                <a:spcPts val="0"/>
              </a:spcAft>
              <a:buSzPts val="11346"/>
              <a:buNone/>
              <a:defRPr sz="11346"/>
            </a:lvl9pPr>
          </a:lstStyle>
          <a:p/>
        </p:txBody>
      </p:sp>
      <p:sp>
        <p:nvSpPr>
          <p:cNvPr id="33" name="Google Shape;33;p8"/>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8229600" y="-200"/>
            <a:ext cx="8229600" cy="8229600"/>
          </a:xfrm>
          <a:prstGeom prst="rect">
            <a:avLst/>
          </a:prstGeom>
          <a:solidFill>
            <a:schemeClr val="lt2"/>
          </a:solidFill>
          <a:ln>
            <a:noFill/>
          </a:ln>
        </p:spPr>
        <p:txBody>
          <a:bodyPr anchorCtr="0" anchor="ctr" bIns="216100" lIns="216100" spcFirstLastPara="1" rIns="216100" wrap="square" tIns="216100">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477900" y="1973080"/>
            <a:ext cx="7281300" cy="2371800"/>
          </a:xfrm>
          <a:prstGeom prst="rect">
            <a:avLst/>
          </a:prstGeom>
        </p:spPr>
        <p:txBody>
          <a:bodyPr anchorCtr="0" anchor="b" bIns="216100" lIns="216100" spcFirstLastPara="1" rIns="216100" wrap="square" tIns="216100">
            <a:normAutofit/>
          </a:bodyPr>
          <a:lstStyle>
            <a:lvl1pPr lvl="0" algn="ctr">
              <a:spcBef>
                <a:spcPts val="0"/>
              </a:spcBef>
              <a:spcAft>
                <a:spcPts val="0"/>
              </a:spcAft>
              <a:buSzPts val="9927"/>
              <a:buNone/>
              <a:defRPr sz="9927"/>
            </a:lvl1pPr>
            <a:lvl2pPr lvl="1" algn="ctr">
              <a:spcBef>
                <a:spcPts val="0"/>
              </a:spcBef>
              <a:spcAft>
                <a:spcPts val="0"/>
              </a:spcAft>
              <a:buSzPts val="9927"/>
              <a:buNone/>
              <a:defRPr sz="9927"/>
            </a:lvl2pPr>
            <a:lvl3pPr lvl="2" algn="ctr">
              <a:spcBef>
                <a:spcPts val="0"/>
              </a:spcBef>
              <a:spcAft>
                <a:spcPts val="0"/>
              </a:spcAft>
              <a:buSzPts val="9927"/>
              <a:buNone/>
              <a:defRPr sz="9927"/>
            </a:lvl3pPr>
            <a:lvl4pPr lvl="3" algn="ctr">
              <a:spcBef>
                <a:spcPts val="0"/>
              </a:spcBef>
              <a:spcAft>
                <a:spcPts val="0"/>
              </a:spcAft>
              <a:buSzPts val="9927"/>
              <a:buNone/>
              <a:defRPr sz="9927"/>
            </a:lvl4pPr>
            <a:lvl5pPr lvl="4" algn="ctr">
              <a:spcBef>
                <a:spcPts val="0"/>
              </a:spcBef>
              <a:spcAft>
                <a:spcPts val="0"/>
              </a:spcAft>
              <a:buSzPts val="9927"/>
              <a:buNone/>
              <a:defRPr sz="9927"/>
            </a:lvl5pPr>
            <a:lvl6pPr lvl="5" algn="ctr">
              <a:spcBef>
                <a:spcPts val="0"/>
              </a:spcBef>
              <a:spcAft>
                <a:spcPts val="0"/>
              </a:spcAft>
              <a:buSzPts val="9927"/>
              <a:buNone/>
              <a:defRPr sz="9927"/>
            </a:lvl6pPr>
            <a:lvl7pPr lvl="6" algn="ctr">
              <a:spcBef>
                <a:spcPts val="0"/>
              </a:spcBef>
              <a:spcAft>
                <a:spcPts val="0"/>
              </a:spcAft>
              <a:buSzPts val="9927"/>
              <a:buNone/>
              <a:defRPr sz="9927"/>
            </a:lvl7pPr>
            <a:lvl8pPr lvl="7" algn="ctr">
              <a:spcBef>
                <a:spcPts val="0"/>
              </a:spcBef>
              <a:spcAft>
                <a:spcPts val="0"/>
              </a:spcAft>
              <a:buSzPts val="9927"/>
              <a:buNone/>
              <a:defRPr sz="9927"/>
            </a:lvl8pPr>
            <a:lvl9pPr lvl="8" algn="ctr">
              <a:spcBef>
                <a:spcPts val="0"/>
              </a:spcBef>
              <a:spcAft>
                <a:spcPts val="0"/>
              </a:spcAft>
              <a:buSzPts val="9927"/>
              <a:buNone/>
              <a:defRPr sz="9927"/>
            </a:lvl9pPr>
          </a:lstStyle>
          <a:p/>
        </p:txBody>
      </p:sp>
      <p:sp>
        <p:nvSpPr>
          <p:cNvPr id="37" name="Google Shape;37;p9"/>
          <p:cNvSpPr txBox="1"/>
          <p:nvPr>
            <p:ph idx="1" type="subTitle"/>
          </p:nvPr>
        </p:nvSpPr>
        <p:spPr>
          <a:xfrm>
            <a:off x="477900" y="4484920"/>
            <a:ext cx="7281300" cy="1976700"/>
          </a:xfrm>
          <a:prstGeom prst="rect">
            <a:avLst/>
          </a:prstGeom>
        </p:spPr>
        <p:txBody>
          <a:bodyPr anchorCtr="0" anchor="t" bIns="216100" lIns="216100" spcFirstLastPara="1" rIns="216100" wrap="square" tIns="216100">
            <a:normAutofit/>
          </a:bodyPr>
          <a:lstStyle>
            <a:lvl1pPr lvl="0" algn="ctr">
              <a:lnSpc>
                <a:spcPct val="100000"/>
              </a:lnSpc>
              <a:spcBef>
                <a:spcPts val="0"/>
              </a:spcBef>
              <a:spcAft>
                <a:spcPts val="0"/>
              </a:spcAft>
              <a:buSzPts val="4964"/>
              <a:buNone/>
              <a:defRPr sz="4964"/>
            </a:lvl1pPr>
            <a:lvl2pPr lvl="1" algn="ctr">
              <a:lnSpc>
                <a:spcPct val="100000"/>
              </a:lnSpc>
              <a:spcBef>
                <a:spcPts val="0"/>
              </a:spcBef>
              <a:spcAft>
                <a:spcPts val="0"/>
              </a:spcAft>
              <a:buSzPts val="4964"/>
              <a:buNone/>
              <a:defRPr sz="4964"/>
            </a:lvl2pPr>
            <a:lvl3pPr lvl="2" algn="ctr">
              <a:lnSpc>
                <a:spcPct val="100000"/>
              </a:lnSpc>
              <a:spcBef>
                <a:spcPts val="0"/>
              </a:spcBef>
              <a:spcAft>
                <a:spcPts val="0"/>
              </a:spcAft>
              <a:buSzPts val="4964"/>
              <a:buNone/>
              <a:defRPr sz="4964"/>
            </a:lvl3pPr>
            <a:lvl4pPr lvl="3" algn="ctr">
              <a:lnSpc>
                <a:spcPct val="100000"/>
              </a:lnSpc>
              <a:spcBef>
                <a:spcPts val="0"/>
              </a:spcBef>
              <a:spcAft>
                <a:spcPts val="0"/>
              </a:spcAft>
              <a:buSzPts val="4964"/>
              <a:buNone/>
              <a:defRPr sz="4964"/>
            </a:lvl4pPr>
            <a:lvl5pPr lvl="4" algn="ctr">
              <a:lnSpc>
                <a:spcPct val="100000"/>
              </a:lnSpc>
              <a:spcBef>
                <a:spcPts val="0"/>
              </a:spcBef>
              <a:spcAft>
                <a:spcPts val="0"/>
              </a:spcAft>
              <a:buSzPts val="4964"/>
              <a:buNone/>
              <a:defRPr sz="4964"/>
            </a:lvl5pPr>
            <a:lvl6pPr lvl="5" algn="ctr">
              <a:lnSpc>
                <a:spcPct val="100000"/>
              </a:lnSpc>
              <a:spcBef>
                <a:spcPts val="0"/>
              </a:spcBef>
              <a:spcAft>
                <a:spcPts val="0"/>
              </a:spcAft>
              <a:buSzPts val="4964"/>
              <a:buNone/>
              <a:defRPr sz="4964"/>
            </a:lvl6pPr>
            <a:lvl7pPr lvl="6" algn="ctr">
              <a:lnSpc>
                <a:spcPct val="100000"/>
              </a:lnSpc>
              <a:spcBef>
                <a:spcPts val="0"/>
              </a:spcBef>
              <a:spcAft>
                <a:spcPts val="0"/>
              </a:spcAft>
              <a:buSzPts val="4964"/>
              <a:buNone/>
              <a:defRPr sz="4964"/>
            </a:lvl7pPr>
            <a:lvl8pPr lvl="7" algn="ctr">
              <a:lnSpc>
                <a:spcPct val="100000"/>
              </a:lnSpc>
              <a:spcBef>
                <a:spcPts val="0"/>
              </a:spcBef>
              <a:spcAft>
                <a:spcPts val="0"/>
              </a:spcAft>
              <a:buSzPts val="4964"/>
              <a:buNone/>
              <a:defRPr sz="4964"/>
            </a:lvl8pPr>
            <a:lvl9pPr lvl="8" algn="ctr">
              <a:lnSpc>
                <a:spcPct val="100000"/>
              </a:lnSpc>
              <a:spcBef>
                <a:spcPts val="0"/>
              </a:spcBef>
              <a:spcAft>
                <a:spcPts val="0"/>
              </a:spcAft>
              <a:buSzPts val="4964"/>
              <a:buNone/>
              <a:defRPr sz="4964"/>
            </a:lvl9pPr>
          </a:lstStyle>
          <a:p/>
        </p:txBody>
      </p:sp>
      <p:sp>
        <p:nvSpPr>
          <p:cNvPr id="38" name="Google Shape;38;p9"/>
          <p:cNvSpPr txBox="1"/>
          <p:nvPr>
            <p:ph idx="2" type="body"/>
          </p:nvPr>
        </p:nvSpPr>
        <p:spPr>
          <a:xfrm>
            <a:off x="8891100" y="1158520"/>
            <a:ext cx="6906600" cy="5912400"/>
          </a:xfrm>
          <a:prstGeom prst="rect">
            <a:avLst/>
          </a:prstGeom>
        </p:spPr>
        <p:txBody>
          <a:bodyPr anchorCtr="0" anchor="ctr" bIns="216100" lIns="216100" spcFirstLastPara="1" rIns="216100" wrap="square" tIns="216100">
            <a:normAutofit/>
          </a:bodyPr>
          <a:lstStyle>
            <a:lvl1pPr indent="-498769" lvl="0" marL="457200">
              <a:spcBef>
                <a:spcPts val="0"/>
              </a:spcBef>
              <a:spcAft>
                <a:spcPts val="0"/>
              </a:spcAft>
              <a:buSzPts val="4255"/>
              <a:buChar char="●"/>
              <a:defRPr sz="4255"/>
            </a:lvl1pPr>
            <a:lvl2pPr indent="-438732" lvl="1" marL="914400">
              <a:spcBef>
                <a:spcPts val="0"/>
              </a:spcBef>
              <a:spcAft>
                <a:spcPts val="0"/>
              </a:spcAft>
              <a:buSzPts val="3309"/>
              <a:buChar char="○"/>
              <a:defRPr sz="3309"/>
            </a:lvl2pPr>
            <a:lvl3pPr indent="-438732" lvl="2" marL="1371600">
              <a:spcBef>
                <a:spcPts val="0"/>
              </a:spcBef>
              <a:spcAft>
                <a:spcPts val="0"/>
              </a:spcAft>
              <a:buSzPts val="3309"/>
              <a:buChar char="■"/>
              <a:defRPr sz="3309"/>
            </a:lvl3pPr>
            <a:lvl4pPr indent="-438732" lvl="3" marL="1828800">
              <a:spcBef>
                <a:spcPts val="0"/>
              </a:spcBef>
              <a:spcAft>
                <a:spcPts val="0"/>
              </a:spcAft>
              <a:buSzPts val="3309"/>
              <a:buChar char="●"/>
              <a:defRPr sz="3309"/>
            </a:lvl4pPr>
            <a:lvl5pPr indent="-438732" lvl="4" marL="2286000">
              <a:spcBef>
                <a:spcPts val="0"/>
              </a:spcBef>
              <a:spcAft>
                <a:spcPts val="0"/>
              </a:spcAft>
              <a:buSzPts val="3309"/>
              <a:buChar char="○"/>
              <a:defRPr sz="3309"/>
            </a:lvl5pPr>
            <a:lvl6pPr indent="-438732" lvl="5" marL="2743200">
              <a:spcBef>
                <a:spcPts val="0"/>
              </a:spcBef>
              <a:spcAft>
                <a:spcPts val="0"/>
              </a:spcAft>
              <a:buSzPts val="3309"/>
              <a:buChar char="■"/>
              <a:defRPr sz="3309"/>
            </a:lvl6pPr>
            <a:lvl7pPr indent="-438732" lvl="6" marL="3200400">
              <a:spcBef>
                <a:spcPts val="0"/>
              </a:spcBef>
              <a:spcAft>
                <a:spcPts val="0"/>
              </a:spcAft>
              <a:buSzPts val="3309"/>
              <a:buChar char="●"/>
              <a:defRPr sz="3309"/>
            </a:lvl7pPr>
            <a:lvl8pPr indent="-438732" lvl="7" marL="3657600">
              <a:spcBef>
                <a:spcPts val="0"/>
              </a:spcBef>
              <a:spcAft>
                <a:spcPts val="0"/>
              </a:spcAft>
              <a:buSzPts val="3309"/>
              <a:buChar char="○"/>
              <a:defRPr sz="3309"/>
            </a:lvl8pPr>
            <a:lvl9pPr indent="-438732" lvl="8" marL="4114800">
              <a:spcBef>
                <a:spcPts val="0"/>
              </a:spcBef>
              <a:spcAft>
                <a:spcPts val="0"/>
              </a:spcAft>
              <a:buSzPts val="3309"/>
              <a:buChar char="■"/>
              <a:defRPr sz="3309"/>
            </a:lvl9pPr>
          </a:lstStyle>
          <a:p/>
        </p:txBody>
      </p:sp>
      <p:sp>
        <p:nvSpPr>
          <p:cNvPr id="39" name="Google Shape;39;p9"/>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561060" y="6768920"/>
            <a:ext cx="10797900" cy="968100"/>
          </a:xfrm>
          <a:prstGeom prst="rect">
            <a:avLst/>
          </a:prstGeom>
        </p:spPr>
        <p:txBody>
          <a:bodyPr anchorCtr="0" anchor="ctr" bIns="216100" lIns="216100" spcFirstLastPara="1" rIns="216100" wrap="square" tIns="216100">
            <a:normAutofit/>
          </a:bodyPr>
          <a:lstStyle>
            <a:lvl1pPr indent="-228600" lvl="0" marL="457200">
              <a:lnSpc>
                <a:spcPct val="100000"/>
              </a:lnSpc>
              <a:spcBef>
                <a:spcPts val="0"/>
              </a:spcBef>
              <a:spcAft>
                <a:spcPts val="0"/>
              </a:spcAft>
              <a:buSzPts val="4255"/>
              <a:buNone/>
              <a:defRPr sz="4255"/>
            </a:lvl1pPr>
          </a:lstStyle>
          <a:p/>
        </p:txBody>
      </p:sp>
      <p:sp>
        <p:nvSpPr>
          <p:cNvPr id="42" name="Google Shape;42;p10"/>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561060" y="1769800"/>
            <a:ext cx="15337200" cy="3141900"/>
          </a:xfrm>
          <a:prstGeom prst="rect">
            <a:avLst/>
          </a:prstGeom>
        </p:spPr>
        <p:txBody>
          <a:bodyPr anchorCtr="0" anchor="b" bIns="216100" lIns="216100" spcFirstLastPara="1" rIns="216100" wrap="square" tIns="216100">
            <a:normAutofit/>
          </a:bodyPr>
          <a:lstStyle>
            <a:lvl1pPr lvl="0" algn="ctr">
              <a:spcBef>
                <a:spcPts val="0"/>
              </a:spcBef>
              <a:spcAft>
                <a:spcPts val="0"/>
              </a:spcAft>
              <a:buSzPts val="28364"/>
              <a:buNone/>
              <a:defRPr sz="28364"/>
            </a:lvl1pPr>
            <a:lvl2pPr lvl="1" algn="ctr">
              <a:spcBef>
                <a:spcPts val="0"/>
              </a:spcBef>
              <a:spcAft>
                <a:spcPts val="0"/>
              </a:spcAft>
              <a:buSzPts val="28364"/>
              <a:buNone/>
              <a:defRPr sz="28364"/>
            </a:lvl2pPr>
            <a:lvl3pPr lvl="2" algn="ctr">
              <a:spcBef>
                <a:spcPts val="0"/>
              </a:spcBef>
              <a:spcAft>
                <a:spcPts val="0"/>
              </a:spcAft>
              <a:buSzPts val="28364"/>
              <a:buNone/>
              <a:defRPr sz="28364"/>
            </a:lvl3pPr>
            <a:lvl4pPr lvl="3" algn="ctr">
              <a:spcBef>
                <a:spcPts val="0"/>
              </a:spcBef>
              <a:spcAft>
                <a:spcPts val="0"/>
              </a:spcAft>
              <a:buSzPts val="28364"/>
              <a:buNone/>
              <a:defRPr sz="28364"/>
            </a:lvl4pPr>
            <a:lvl5pPr lvl="4" algn="ctr">
              <a:spcBef>
                <a:spcPts val="0"/>
              </a:spcBef>
              <a:spcAft>
                <a:spcPts val="0"/>
              </a:spcAft>
              <a:buSzPts val="28364"/>
              <a:buNone/>
              <a:defRPr sz="28364"/>
            </a:lvl5pPr>
            <a:lvl6pPr lvl="5" algn="ctr">
              <a:spcBef>
                <a:spcPts val="0"/>
              </a:spcBef>
              <a:spcAft>
                <a:spcPts val="0"/>
              </a:spcAft>
              <a:buSzPts val="28364"/>
              <a:buNone/>
              <a:defRPr sz="28364"/>
            </a:lvl6pPr>
            <a:lvl7pPr lvl="6" algn="ctr">
              <a:spcBef>
                <a:spcPts val="0"/>
              </a:spcBef>
              <a:spcAft>
                <a:spcPts val="0"/>
              </a:spcAft>
              <a:buSzPts val="28364"/>
              <a:buNone/>
              <a:defRPr sz="28364"/>
            </a:lvl7pPr>
            <a:lvl8pPr lvl="7" algn="ctr">
              <a:spcBef>
                <a:spcPts val="0"/>
              </a:spcBef>
              <a:spcAft>
                <a:spcPts val="0"/>
              </a:spcAft>
              <a:buSzPts val="28364"/>
              <a:buNone/>
              <a:defRPr sz="28364"/>
            </a:lvl8pPr>
            <a:lvl9pPr lvl="8" algn="ctr">
              <a:spcBef>
                <a:spcPts val="0"/>
              </a:spcBef>
              <a:spcAft>
                <a:spcPts val="0"/>
              </a:spcAft>
              <a:buSzPts val="28364"/>
              <a:buNone/>
              <a:defRPr sz="28364"/>
            </a:lvl9pPr>
          </a:lstStyle>
          <a:p>
            <a:r>
              <a:t>xx%</a:t>
            </a:r>
          </a:p>
        </p:txBody>
      </p:sp>
      <p:sp>
        <p:nvSpPr>
          <p:cNvPr id="45" name="Google Shape;45;p11"/>
          <p:cNvSpPr txBox="1"/>
          <p:nvPr>
            <p:ph idx="1" type="body"/>
          </p:nvPr>
        </p:nvSpPr>
        <p:spPr>
          <a:xfrm>
            <a:off x="561060" y="5043560"/>
            <a:ext cx="15337200" cy="2081400"/>
          </a:xfrm>
          <a:prstGeom prst="rect">
            <a:avLst/>
          </a:prstGeom>
        </p:spPr>
        <p:txBody>
          <a:bodyPr anchorCtr="0" anchor="t" bIns="216100" lIns="216100" spcFirstLastPara="1" rIns="216100" wrap="square" tIns="216100">
            <a:normAutofit/>
          </a:bodyPr>
          <a:lstStyle>
            <a:lvl1pPr indent="-498769" lvl="0" marL="457200" algn="ctr">
              <a:spcBef>
                <a:spcPts val="0"/>
              </a:spcBef>
              <a:spcAft>
                <a:spcPts val="0"/>
              </a:spcAft>
              <a:buSzPts val="4255"/>
              <a:buChar char="●"/>
              <a:defRPr sz="4255"/>
            </a:lvl1pPr>
            <a:lvl2pPr indent="-438732" lvl="1" marL="914400" algn="ctr">
              <a:spcBef>
                <a:spcPts val="0"/>
              </a:spcBef>
              <a:spcAft>
                <a:spcPts val="0"/>
              </a:spcAft>
              <a:buSzPts val="3309"/>
              <a:buChar char="○"/>
              <a:defRPr sz="3309"/>
            </a:lvl2pPr>
            <a:lvl3pPr indent="-438732" lvl="2" marL="1371600" algn="ctr">
              <a:spcBef>
                <a:spcPts val="0"/>
              </a:spcBef>
              <a:spcAft>
                <a:spcPts val="0"/>
              </a:spcAft>
              <a:buSzPts val="3309"/>
              <a:buChar char="■"/>
              <a:defRPr sz="3309"/>
            </a:lvl3pPr>
            <a:lvl4pPr indent="-438732" lvl="3" marL="1828800" algn="ctr">
              <a:spcBef>
                <a:spcPts val="0"/>
              </a:spcBef>
              <a:spcAft>
                <a:spcPts val="0"/>
              </a:spcAft>
              <a:buSzPts val="3309"/>
              <a:buChar char="●"/>
              <a:defRPr sz="3309"/>
            </a:lvl4pPr>
            <a:lvl5pPr indent="-438732" lvl="4" marL="2286000" algn="ctr">
              <a:spcBef>
                <a:spcPts val="0"/>
              </a:spcBef>
              <a:spcAft>
                <a:spcPts val="0"/>
              </a:spcAft>
              <a:buSzPts val="3309"/>
              <a:buChar char="○"/>
              <a:defRPr sz="3309"/>
            </a:lvl5pPr>
            <a:lvl6pPr indent="-438732" lvl="5" marL="2743200" algn="ctr">
              <a:spcBef>
                <a:spcPts val="0"/>
              </a:spcBef>
              <a:spcAft>
                <a:spcPts val="0"/>
              </a:spcAft>
              <a:buSzPts val="3309"/>
              <a:buChar char="■"/>
              <a:defRPr sz="3309"/>
            </a:lvl6pPr>
            <a:lvl7pPr indent="-438732" lvl="6" marL="3200400" algn="ctr">
              <a:spcBef>
                <a:spcPts val="0"/>
              </a:spcBef>
              <a:spcAft>
                <a:spcPts val="0"/>
              </a:spcAft>
              <a:buSzPts val="3309"/>
              <a:buChar char="●"/>
              <a:defRPr sz="3309"/>
            </a:lvl7pPr>
            <a:lvl8pPr indent="-438732" lvl="7" marL="3657600" algn="ctr">
              <a:spcBef>
                <a:spcPts val="0"/>
              </a:spcBef>
              <a:spcAft>
                <a:spcPts val="0"/>
              </a:spcAft>
              <a:buSzPts val="3309"/>
              <a:buChar char="○"/>
              <a:defRPr sz="3309"/>
            </a:lvl8pPr>
            <a:lvl9pPr indent="-438732" lvl="8" marL="4114800" algn="ctr">
              <a:spcBef>
                <a:spcPts val="0"/>
              </a:spcBef>
              <a:spcAft>
                <a:spcPts val="0"/>
              </a:spcAft>
              <a:buSzPts val="3309"/>
              <a:buChar char="■"/>
              <a:defRPr sz="3309"/>
            </a:lvl9pPr>
          </a:lstStyle>
          <a:p/>
        </p:txBody>
      </p:sp>
      <p:sp>
        <p:nvSpPr>
          <p:cNvPr id="46" name="Google Shape;46;p11"/>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61060" y="712040"/>
            <a:ext cx="15337200" cy="916200"/>
          </a:xfrm>
          <a:prstGeom prst="rect">
            <a:avLst/>
          </a:prstGeom>
          <a:noFill/>
          <a:ln>
            <a:noFill/>
          </a:ln>
        </p:spPr>
        <p:txBody>
          <a:bodyPr anchorCtr="0" anchor="t" bIns="216100" lIns="216100" spcFirstLastPara="1" rIns="216100" wrap="square" tIns="216100">
            <a:normAutofit/>
          </a:bodyPr>
          <a:lstStyle>
            <a:lvl1pPr lvl="0">
              <a:spcBef>
                <a:spcPts val="0"/>
              </a:spcBef>
              <a:spcAft>
                <a:spcPts val="0"/>
              </a:spcAft>
              <a:buClr>
                <a:schemeClr val="dk1"/>
              </a:buClr>
              <a:buSzPts val="6618"/>
              <a:buNone/>
              <a:defRPr sz="6618">
                <a:solidFill>
                  <a:schemeClr val="dk1"/>
                </a:solidFill>
              </a:defRPr>
            </a:lvl1pPr>
            <a:lvl2pPr lvl="1">
              <a:spcBef>
                <a:spcPts val="0"/>
              </a:spcBef>
              <a:spcAft>
                <a:spcPts val="0"/>
              </a:spcAft>
              <a:buClr>
                <a:schemeClr val="dk1"/>
              </a:buClr>
              <a:buSzPts val="6618"/>
              <a:buNone/>
              <a:defRPr sz="6618">
                <a:solidFill>
                  <a:schemeClr val="dk1"/>
                </a:solidFill>
              </a:defRPr>
            </a:lvl2pPr>
            <a:lvl3pPr lvl="2">
              <a:spcBef>
                <a:spcPts val="0"/>
              </a:spcBef>
              <a:spcAft>
                <a:spcPts val="0"/>
              </a:spcAft>
              <a:buClr>
                <a:schemeClr val="dk1"/>
              </a:buClr>
              <a:buSzPts val="6618"/>
              <a:buNone/>
              <a:defRPr sz="6618">
                <a:solidFill>
                  <a:schemeClr val="dk1"/>
                </a:solidFill>
              </a:defRPr>
            </a:lvl3pPr>
            <a:lvl4pPr lvl="3">
              <a:spcBef>
                <a:spcPts val="0"/>
              </a:spcBef>
              <a:spcAft>
                <a:spcPts val="0"/>
              </a:spcAft>
              <a:buClr>
                <a:schemeClr val="dk1"/>
              </a:buClr>
              <a:buSzPts val="6618"/>
              <a:buNone/>
              <a:defRPr sz="6618">
                <a:solidFill>
                  <a:schemeClr val="dk1"/>
                </a:solidFill>
              </a:defRPr>
            </a:lvl4pPr>
            <a:lvl5pPr lvl="4">
              <a:spcBef>
                <a:spcPts val="0"/>
              </a:spcBef>
              <a:spcAft>
                <a:spcPts val="0"/>
              </a:spcAft>
              <a:buClr>
                <a:schemeClr val="dk1"/>
              </a:buClr>
              <a:buSzPts val="6618"/>
              <a:buNone/>
              <a:defRPr sz="6618">
                <a:solidFill>
                  <a:schemeClr val="dk1"/>
                </a:solidFill>
              </a:defRPr>
            </a:lvl5pPr>
            <a:lvl6pPr lvl="5">
              <a:spcBef>
                <a:spcPts val="0"/>
              </a:spcBef>
              <a:spcAft>
                <a:spcPts val="0"/>
              </a:spcAft>
              <a:buClr>
                <a:schemeClr val="dk1"/>
              </a:buClr>
              <a:buSzPts val="6618"/>
              <a:buNone/>
              <a:defRPr sz="6618">
                <a:solidFill>
                  <a:schemeClr val="dk1"/>
                </a:solidFill>
              </a:defRPr>
            </a:lvl6pPr>
            <a:lvl7pPr lvl="6">
              <a:spcBef>
                <a:spcPts val="0"/>
              </a:spcBef>
              <a:spcAft>
                <a:spcPts val="0"/>
              </a:spcAft>
              <a:buClr>
                <a:schemeClr val="dk1"/>
              </a:buClr>
              <a:buSzPts val="6618"/>
              <a:buNone/>
              <a:defRPr sz="6618">
                <a:solidFill>
                  <a:schemeClr val="dk1"/>
                </a:solidFill>
              </a:defRPr>
            </a:lvl7pPr>
            <a:lvl8pPr lvl="7">
              <a:spcBef>
                <a:spcPts val="0"/>
              </a:spcBef>
              <a:spcAft>
                <a:spcPts val="0"/>
              </a:spcAft>
              <a:buClr>
                <a:schemeClr val="dk1"/>
              </a:buClr>
              <a:buSzPts val="6618"/>
              <a:buNone/>
              <a:defRPr sz="6618">
                <a:solidFill>
                  <a:schemeClr val="dk1"/>
                </a:solidFill>
              </a:defRPr>
            </a:lvl8pPr>
            <a:lvl9pPr lvl="8">
              <a:spcBef>
                <a:spcPts val="0"/>
              </a:spcBef>
              <a:spcAft>
                <a:spcPts val="0"/>
              </a:spcAft>
              <a:buClr>
                <a:schemeClr val="dk1"/>
              </a:buClr>
              <a:buSzPts val="6618"/>
              <a:buNone/>
              <a:defRPr sz="6618">
                <a:solidFill>
                  <a:schemeClr val="dk1"/>
                </a:solidFill>
              </a:defRPr>
            </a:lvl9pPr>
          </a:lstStyle>
          <a:p/>
        </p:txBody>
      </p:sp>
      <p:sp>
        <p:nvSpPr>
          <p:cNvPr id="7" name="Google Shape;7;p1"/>
          <p:cNvSpPr txBox="1"/>
          <p:nvPr>
            <p:ph idx="1" type="body"/>
          </p:nvPr>
        </p:nvSpPr>
        <p:spPr>
          <a:xfrm>
            <a:off x="561060" y="1843960"/>
            <a:ext cx="15337200" cy="5466000"/>
          </a:xfrm>
          <a:prstGeom prst="rect">
            <a:avLst/>
          </a:prstGeom>
          <a:noFill/>
          <a:ln>
            <a:noFill/>
          </a:ln>
        </p:spPr>
        <p:txBody>
          <a:bodyPr anchorCtr="0" anchor="t" bIns="216100" lIns="216100" spcFirstLastPara="1" rIns="216100" wrap="square" tIns="216100">
            <a:normAutofit/>
          </a:bodyPr>
          <a:lstStyle>
            <a:lvl1pPr indent="-498769" lvl="0" marL="457200">
              <a:lnSpc>
                <a:spcPct val="115000"/>
              </a:lnSpc>
              <a:spcBef>
                <a:spcPts val="0"/>
              </a:spcBef>
              <a:spcAft>
                <a:spcPts val="0"/>
              </a:spcAft>
              <a:buClr>
                <a:schemeClr val="dk2"/>
              </a:buClr>
              <a:buSzPts val="4255"/>
              <a:buChar char="●"/>
              <a:defRPr sz="4255">
                <a:solidFill>
                  <a:schemeClr val="dk2"/>
                </a:solidFill>
              </a:defRPr>
            </a:lvl1pPr>
            <a:lvl2pPr indent="-438732" lvl="1" marL="914400">
              <a:lnSpc>
                <a:spcPct val="115000"/>
              </a:lnSpc>
              <a:spcBef>
                <a:spcPts val="0"/>
              </a:spcBef>
              <a:spcAft>
                <a:spcPts val="0"/>
              </a:spcAft>
              <a:buClr>
                <a:schemeClr val="dk2"/>
              </a:buClr>
              <a:buSzPts val="3309"/>
              <a:buChar char="○"/>
              <a:defRPr sz="3309">
                <a:solidFill>
                  <a:schemeClr val="dk2"/>
                </a:solidFill>
              </a:defRPr>
            </a:lvl2pPr>
            <a:lvl3pPr indent="-438732" lvl="2" marL="1371600">
              <a:lnSpc>
                <a:spcPct val="115000"/>
              </a:lnSpc>
              <a:spcBef>
                <a:spcPts val="0"/>
              </a:spcBef>
              <a:spcAft>
                <a:spcPts val="0"/>
              </a:spcAft>
              <a:buClr>
                <a:schemeClr val="dk2"/>
              </a:buClr>
              <a:buSzPts val="3309"/>
              <a:buChar char="■"/>
              <a:defRPr sz="3309">
                <a:solidFill>
                  <a:schemeClr val="dk2"/>
                </a:solidFill>
              </a:defRPr>
            </a:lvl3pPr>
            <a:lvl4pPr indent="-438732" lvl="3" marL="1828800">
              <a:lnSpc>
                <a:spcPct val="115000"/>
              </a:lnSpc>
              <a:spcBef>
                <a:spcPts val="0"/>
              </a:spcBef>
              <a:spcAft>
                <a:spcPts val="0"/>
              </a:spcAft>
              <a:buClr>
                <a:schemeClr val="dk2"/>
              </a:buClr>
              <a:buSzPts val="3309"/>
              <a:buChar char="●"/>
              <a:defRPr sz="3309">
                <a:solidFill>
                  <a:schemeClr val="dk2"/>
                </a:solidFill>
              </a:defRPr>
            </a:lvl4pPr>
            <a:lvl5pPr indent="-438732" lvl="4" marL="2286000">
              <a:lnSpc>
                <a:spcPct val="115000"/>
              </a:lnSpc>
              <a:spcBef>
                <a:spcPts val="0"/>
              </a:spcBef>
              <a:spcAft>
                <a:spcPts val="0"/>
              </a:spcAft>
              <a:buClr>
                <a:schemeClr val="dk2"/>
              </a:buClr>
              <a:buSzPts val="3309"/>
              <a:buChar char="○"/>
              <a:defRPr sz="3309">
                <a:solidFill>
                  <a:schemeClr val="dk2"/>
                </a:solidFill>
              </a:defRPr>
            </a:lvl5pPr>
            <a:lvl6pPr indent="-438732" lvl="5" marL="2743200">
              <a:lnSpc>
                <a:spcPct val="115000"/>
              </a:lnSpc>
              <a:spcBef>
                <a:spcPts val="0"/>
              </a:spcBef>
              <a:spcAft>
                <a:spcPts val="0"/>
              </a:spcAft>
              <a:buClr>
                <a:schemeClr val="dk2"/>
              </a:buClr>
              <a:buSzPts val="3309"/>
              <a:buChar char="■"/>
              <a:defRPr sz="3309">
                <a:solidFill>
                  <a:schemeClr val="dk2"/>
                </a:solidFill>
              </a:defRPr>
            </a:lvl6pPr>
            <a:lvl7pPr indent="-438732" lvl="6" marL="3200400">
              <a:lnSpc>
                <a:spcPct val="115000"/>
              </a:lnSpc>
              <a:spcBef>
                <a:spcPts val="0"/>
              </a:spcBef>
              <a:spcAft>
                <a:spcPts val="0"/>
              </a:spcAft>
              <a:buClr>
                <a:schemeClr val="dk2"/>
              </a:buClr>
              <a:buSzPts val="3309"/>
              <a:buChar char="●"/>
              <a:defRPr sz="3309">
                <a:solidFill>
                  <a:schemeClr val="dk2"/>
                </a:solidFill>
              </a:defRPr>
            </a:lvl7pPr>
            <a:lvl8pPr indent="-438732" lvl="7" marL="3657600">
              <a:lnSpc>
                <a:spcPct val="115000"/>
              </a:lnSpc>
              <a:spcBef>
                <a:spcPts val="0"/>
              </a:spcBef>
              <a:spcAft>
                <a:spcPts val="0"/>
              </a:spcAft>
              <a:buClr>
                <a:schemeClr val="dk2"/>
              </a:buClr>
              <a:buSzPts val="3309"/>
              <a:buChar char="○"/>
              <a:defRPr sz="3309">
                <a:solidFill>
                  <a:schemeClr val="dk2"/>
                </a:solidFill>
              </a:defRPr>
            </a:lvl8pPr>
            <a:lvl9pPr indent="-438732" lvl="8" marL="4114800">
              <a:lnSpc>
                <a:spcPct val="115000"/>
              </a:lnSpc>
              <a:spcBef>
                <a:spcPts val="0"/>
              </a:spcBef>
              <a:spcAft>
                <a:spcPts val="0"/>
              </a:spcAft>
              <a:buClr>
                <a:schemeClr val="dk2"/>
              </a:buClr>
              <a:buSzPts val="3309"/>
              <a:buChar char="■"/>
              <a:defRPr sz="3309">
                <a:solidFill>
                  <a:schemeClr val="dk2"/>
                </a:solidFill>
              </a:defRPr>
            </a:lvl9pPr>
          </a:lstStyle>
          <a:p/>
        </p:txBody>
      </p:sp>
      <p:sp>
        <p:nvSpPr>
          <p:cNvPr id="8" name="Google Shape;8;p1"/>
          <p:cNvSpPr txBox="1"/>
          <p:nvPr>
            <p:ph idx="12" type="sldNum"/>
          </p:nvPr>
        </p:nvSpPr>
        <p:spPr>
          <a:xfrm>
            <a:off x="15250424" y="7461147"/>
            <a:ext cx="987600" cy="629400"/>
          </a:xfrm>
          <a:prstGeom prst="rect">
            <a:avLst/>
          </a:prstGeom>
          <a:noFill/>
          <a:ln>
            <a:noFill/>
          </a:ln>
        </p:spPr>
        <p:txBody>
          <a:bodyPr anchorCtr="0" anchor="ctr" bIns="216100" lIns="216100" spcFirstLastPara="1" rIns="216100" wrap="square" tIns="216100">
            <a:normAutofit fontScale="62500" lnSpcReduction="20000"/>
          </a:bodyPr>
          <a:lstStyle>
            <a:lvl1pPr lvl="0" algn="r">
              <a:buNone/>
              <a:defRPr sz="2364">
                <a:solidFill>
                  <a:schemeClr val="dk2"/>
                </a:solidFill>
              </a:defRPr>
            </a:lvl1pPr>
            <a:lvl2pPr lvl="1" algn="r">
              <a:buNone/>
              <a:defRPr sz="2364">
                <a:solidFill>
                  <a:schemeClr val="dk2"/>
                </a:solidFill>
              </a:defRPr>
            </a:lvl2pPr>
            <a:lvl3pPr lvl="2" algn="r">
              <a:buNone/>
              <a:defRPr sz="2364">
                <a:solidFill>
                  <a:schemeClr val="dk2"/>
                </a:solidFill>
              </a:defRPr>
            </a:lvl3pPr>
            <a:lvl4pPr lvl="3" algn="r">
              <a:buNone/>
              <a:defRPr sz="2364">
                <a:solidFill>
                  <a:schemeClr val="dk2"/>
                </a:solidFill>
              </a:defRPr>
            </a:lvl4pPr>
            <a:lvl5pPr lvl="4" algn="r">
              <a:buNone/>
              <a:defRPr sz="2364">
                <a:solidFill>
                  <a:schemeClr val="dk2"/>
                </a:solidFill>
              </a:defRPr>
            </a:lvl5pPr>
            <a:lvl6pPr lvl="5" algn="r">
              <a:buNone/>
              <a:defRPr sz="2364">
                <a:solidFill>
                  <a:schemeClr val="dk2"/>
                </a:solidFill>
              </a:defRPr>
            </a:lvl6pPr>
            <a:lvl7pPr lvl="6" algn="r">
              <a:buNone/>
              <a:defRPr sz="2364">
                <a:solidFill>
                  <a:schemeClr val="dk2"/>
                </a:solidFill>
              </a:defRPr>
            </a:lvl7pPr>
            <a:lvl8pPr lvl="7" algn="r">
              <a:buNone/>
              <a:defRPr sz="2364">
                <a:solidFill>
                  <a:schemeClr val="dk2"/>
                </a:solidFill>
              </a:defRPr>
            </a:lvl8pPr>
            <a:lvl9pPr lvl="8" algn="r">
              <a:buNone/>
              <a:defRPr sz="2364">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gif"/><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3.gif"/><Relationship Id="rId6" Type="http://schemas.openxmlformats.org/officeDocument/2006/relationships/hyperlink" Target="https://www.youtube.com/watch?v=pFPucEojlS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hyperlink" Target="https://www.youtube.com/watch?v=pFPucEojlSo"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gif"/><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3"/>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 name="Google Shape;54;p13"/>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Let's explore the fascinating world of light! </a:t>
            </a:r>
            <a:endParaRPr sz="3000">
              <a:solidFill>
                <a:schemeClr val="dk2"/>
              </a:solidFill>
            </a:endParaRPr>
          </a:p>
        </p:txBody>
      </p:sp>
      <p:sp>
        <p:nvSpPr>
          <p:cNvPr id="55" name="Google Shape;55;p13"/>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Choose a topic to begin. </a:t>
            </a:r>
            <a:endParaRPr b="0" i="0" sz="2800" u="none" cap="none" strike="noStrike">
              <a:solidFill>
                <a:srgbClr val="FFFFFF"/>
              </a:solidFill>
              <a:latin typeface="Arial"/>
              <a:ea typeface="Arial"/>
              <a:cs typeface="Arial"/>
              <a:sym typeface="Arial"/>
            </a:endParaRPr>
          </a:p>
        </p:txBody>
      </p:sp>
      <p:sp>
        <p:nvSpPr>
          <p:cNvPr id="56" name="Google Shape;56;p13"/>
          <p:cNvSpPr/>
          <p:nvPr/>
        </p:nvSpPr>
        <p:spPr>
          <a:xfrm>
            <a:off x="1305326" y="2304087"/>
            <a:ext cx="7498800" cy="699900"/>
          </a:xfrm>
          <a:prstGeom prst="roundRect">
            <a:avLst>
              <a:gd fmla="val 16667" name="adj"/>
            </a:avLst>
          </a:prstGeom>
          <a:gradFill>
            <a:gsLst>
              <a:gs pos="0">
                <a:srgbClr val="295FB7"/>
              </a:gs>
              <a:gs pos="100000">
                <a:srgbClr val="152949"/>
              </a:gs>
            </a:gsLst>
            <a:path path="circle">
              <a:fillToRect b="50%" l="50%" r="50%" t="50%"/>
            </a:path>
            <a:tileRect/>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ctr">
              <a:spcBef>
                <a:spcPts val="0"/>
              </a:spcBef>
              <a:spcAft>
                <a:spcPts val="0"/>
              </a:spcAft>
              <a:buNone/>
            </a:pPr>
            <a:r>
              <a:rPr lang="en" sz="2900">
                <a:solidFill>
                  <a:schemeClr val="lt1"/>
                </a:solidFill>
              </a:rPr>
              <a:t>Light and Its Properties</a:t>
            </a:r>
            <a:endParaRPr sz="2900">
              <a:solidFill>
                <a:schemeClr val="lt1"/>
              </a:solidFill>
            </a:endParaRPr>
          </a:p>
        </p:txBody>
      </p:sp>
      <p:sp>
        <p:nvSpPr>
          <p:cNvPr id="57" name="Google Shape;57;p13"/>
          <p:cNvSpPr/>
          <p:nvPr/>
        </p:nvSpPr>
        <p:spPr>
          <a:xfrm>
            <a:off x="1305326" y="4011143"/>
            <a:ext cx="7498800" cy="699900"/>
          </a:xfrm>
          <a:prstGeom prst="roundRect">
            <a:avLst>
              <a:gd fmla="val 16667" name="adj"/>
            </a:avLst>
          </a:prstGeom>
          <a:gradFill>
            <a:gsLst>
              <a:gs pos="0">
                <a:srgbClr val="295FB7"/>
              </a:gs>
              <a:gs pos="100000">
                <a:srgbClr val="152949"/>
              </a:gs>
            </a:gsLst>
            <a:path path="circle">
              <a:fillToRect b="50%" l="50%" r="50%" t="50%"/>
            </a:path>
            <a:tileRect/>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900">
                <a:solidFill>
                  <a:schemeClr val="lt1"/>
                </a:solidFill>
              </a:rPr>
              <a:t>  Reflection of Light and Laws of Reflection </a:t>
            </a:r>
            <a:endParaRPr sz="2900">
              <a:solidFill>
                <a:schemeClr val="lt1"/>
              </a:solidFill>
            </a:endParaRPr>
          </a:p>
        </p:txBody>
      </p:sp>
      <p:pic>
        <p:nvPicPr>
          <p:cNvPr id="58" name="Google Shape;58;p13" title="tap.gif"/>
          <p:cNvPicPr preferRelativeResize="0"/>
          <p:nvPr/>
        </p:nvPicPr>
        <p:blipFill>
          <a:blip r:embed="rId3">
            <a:alphaModFix/>
          </a:blip>
          <a:stretch>
            <a:fillRect/>
          </a:stretch>
        </p:blipFill>
        <p:spPr>
          <a:xfrm>
            <a:off x="6205257" y="2527230"/>
            <a:ext cx="787190" cy="787190"/>
          </a:xfrm>
          <a:prstGeom prst="rect">
            <a:avLst/>
          </a:prstGeom>
          <a:noFill/>
          <a:ln>
            <a:noFill/>
          </a:ln>
        </p:spPr>
      </p:pic>
      <p:pic>
        <p:nvPicPr>
          <p:cNvPr id="59" name="Google Shape;59;p13"/>
          <p:cNvPicPr preferRelativeResize="0"/>
          <p:nvPr/>
        </p:nvPicPr>
        <p:blipFill>
          <a:blip r:embed="rId4">
            <a:alphaModFix/>
          </a:blip>
          <a:stretch>
            <a:fillRect/>
          </a:stretch>
        </p:blipFill>
        <p:spPr>
          <a:xfrm>
            <a:off x="9328797" y="1232709"/>
            <a:ext cx="6655832" cy="5743032"/>
          </a:xfrm>
          <a:prstGeom prst="rect">
            <a:avLst/>
          </a:prstGeom>
          <a:noFill/>
          <a:ln>
            <a:noFill/>
          </a:ln>
        </p:spPr>
      </p:pic>
      <p:pic>
        <p:nvPicPr>
          <p:cNvPr id="60" name="Google Shape;60;p13"/>
          <p:cNvPicPr preferRelativeResize="0"/>
          <p:nvPr/>
        </p:nvPicPr>
        <p:blipFill rotWithShape="1">
          <a:blip r:embed="rId5">
            <a:alphaModFix/>
          </a:blip>
          <a:srcRect b="26463" l="9033" r="0" t="13988"/>
          <a:stretch/>
        </p:blipFill>
        <p:spPr>
          <a:xfrm>
            <a:off x="84521" y="1890506"/>
            <a:ext cx="1314207" cy="1290478"/>
          </a:xfrm>
          <a:prstGeom prst="rect">
            <a:avLst/>
          </a:prstGeom>
          <a:noFill/>
          <a:ln>
            <a:noFill/>
          </a:ln>
        </p:spPr>
      </p:pic>
      <p:pic>
        <p:nvPicPr>
          <p:cNvPr id="61" name="Google Shape;61;p13"/>
          <p:cNvPicPr preferRelativeResize="0"/>
          <p:nvPr/>
        </p:nvPicPr>
        <p:blipFill rotWithShape="1">
          <a:blip r:embed="rId6">
            <a:alphaModFix/>
          </a:blip>
          <a:srcRect b="17090" l="15190" r="14586" t="13126"/>
          <a:stretch/>
        </p:blipFill>
        <p:spPr>
          <a:xfrm>
            <a:off x="213364" y="3563791"/>
            <a:ext cx="838500" cy="124985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4"/>
          <p:cNvPicPr preferRelativeResize="0"/>
          <p:nvPr/>
        </p:nvPicPr>
        <p:blipFill>
          <a:blip r:embed="rId3">
            <a:alphaModFix/>
          </a:blip>
          <a:stretch>
            <a:fillRect/>
          </a:stretch>
        </p:blipFill>
        <p:spPr>
          <a:xfrm>
            <a:off x="152400" y="852300"/>
            <a:ext cx="13366449" cy="6503849"/>
          </a:xfrm>
          <a:prstGeom prst="rect">
            <a:avLst/>
          </a:prstGeom>
          <a:noFill/>
          <a:ln>
            <a:noFill/>
          </a:ln>
        </p:spPr>
      </p:pic>
      <p:sp>
        <p:nvSpPr>
          <p:cNvPr id="67" name="Google Shape;67;p14"/>
          <p:cNvSpPr txBox="1"/>
          <p:nvPr/>
        </p:nvSpPr>
        <p:spPr>
          <a:xfrm>
            <a:off x="9733568" y="6203650"/>
            <a:ext cx="6691800" cy="11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55">
                <a:solidFill>
                  <a:srgbClr val="FF00FF"/>
                </a:solidFill>
              </a:rPr>
              <a:t>Create a dark room where all objects are visible only as faint silhouettes so that students cannot clearly identify them.</a:t>
            </a:r>
            <a:r>
              <a:rPr lang="en" sz="1655">
                <a:solidFill>
                  <a:schemeClr val="dk2"/>
                </a:solidFill>
              </a:rPr>
              <a:t> </a:t>
            </a:r>
            <a:r>
              <a:rPr lang="en" sz="1655">
                <a:solidFill>
                  <a:srgbClr val="FF00FF"/>
                </a:solidFill>
              </a:rPr>
              <a:t>let students tap the cat if they think they found it. If they tap anywhere ,move to next slide automatically</a:t>
            </a:r>
            <a:endParaRPr sz="1655">
              <a:solidFill>
                <a:schemeClr val="dk2"/>
              </a:solidFill>
            </a:endParaRPr>
          </a:p>
        </p:txBody>
      </p:sp>
      <p:sp>
        <p:nvSpPr>
          <p:cNvPr id="68" name="Google Shape;68;p14"/>
          <p:cNvSpPr txBox="1"/>
          <p:nvPr/>
        </p:nvSpPr>
        <p:spPr>
          <a:xfrm>
            <a:off x="18800" y="7539100"/>
            <a:ext cx="149364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Font typeface="Arial"/>
              <a:buNone/>
            </a:pPr>
            <a:r>
              <a:rPr lang="en" sz="2800">
                <a:solidFill>
                  <a:schemeClr val="lt1"/>
                </a:solidFill>
              </a:rPr>
              <a:t>        Look carefully and tap where you think the cat is. </a:t>
            </a:r>
            <a:endParaRPr sz="4255">
              <a:solidFill>
                <a:schemeClr val="dk2"/>
              </a:solidFill>
            </a:endParaRPr>
          </a:p>
        </p:txBody>
      </p:sp>
      <p:sp>
        <p:nvSpPr>
          <p:cNvPr id="69" name="Google Shape;69;p14"/>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rPr>
              <a:t> Can you find the cat in the dark? </a:t>
            </a:r>
            <a:endParaRPr sz="4255">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5"/>
          <p:cNvPicPr preferRelativeResize="0"/>
          <p:nvPr/>
        </p:nvPicPr>
        <p:blipFill>
          <a:blip r:embed="rId3">
            <a:alphaModFix/>
          </a:blip>
          <a:stretch>
            <a:fillRect/>
          </a:stretch>
        </p:blipFill>
        <p:spPr>
          <a:xfrm>
            <a:off x="152400" y="852300"/>
            <a:ext cx="13366449" cy="6503849"/>
          </a:xfrm>
          <a:prstGeom prst="rect">
            <a:avLst/>
          </a:prstGeom>
          <a:noFill/>
          <a:ln>
            <a:noFill/>
          </a:ln>
        </p:spPr>
      </p:pic>
      <p:sp>
        <p:nvSpPr>
          <p:cNvPr id="75" name="Google Shape;75;p15"/>
          <p:cNvSpPr txBox="1"/>
          <p:nvPr/>
        </p:nvSpPr>
        <p:spPr>
          <a:xfrm>
            <a:off x="18800" y="7539100"/>
            <a:ext cx="149364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rPr>
              <a:t>Tap the flashlight to light up the room. </a:t>
            </a:r>
            <a:endParaRPr sz="4255">
              <a:solidFill>
                <a:schemeClr val="dk2"/>
              </a:solidFill>
            </a:endParaRPr>
          </a:p>
        </p:txBody>
      </p:sp>
      <p:sp>
        <p:nvSpPr>
          <p:cNvPr id="76" name="Google Shape;76;p15"/>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rPr>
              <a:t> </a:t>
            </a:r>
            <a:r>
              <a:rPr lang="en" sz="2800">
                <a:solidFill>
                  <a:schemeClr val="lt1"/>
                </a:solidFill>
              </a:rPr>
              <a:t>It is difficult to see in the dark. What happens when light is switched on? </a:t>
            </a:r>
            <a:endParaRPr sz="4255">
              <a:solidFill>
                <a:schemeClr val="dk2"/>
              </a:solidFill>
            </a:endParaRPr>
          </a:p>
        </p:txBody>
      </p:sp>
      <p:pic>
        <p:nvPicPr>
          <p:cNvPr id="77" name="Google Shape;77;p15"/>
          <p:cNvPicPr preferRelativeResize="0"/>
          <p:nvPr/>
        </p:nvPicPr>
        <p:blipFill>
          <a:blip r:embed="rId4">
            <a:alphaModFix/>
          </a:blip>
          <a:stretch>
            <a:fillRect/>
          </a:stretch>
        </p:blipFill>
        <p:spPr>
          <a:xfrm flipH="1">
            <a:off x="-111426" y="5786775"/>
            <a:ext cx="2635553" cy="1757036"/>
          </a:xfrm>
          <a:prstGeom prst="rect">
            <a:avLst/>
          </a:prstGeom>
          <a:noFill/>
          <a:ln>
            <a:noFill/>
          </a:ln>
        </p:spPr>
      </p:pic>
      <p:pic>
        <p:nvPicPr>
          <p:cNvPr id="78" name="Google Shape;78;p15" title="tap.gif"/>
          <p:cNvPicPr preferRelativeResize="0"/>
          <p:nvPr/>
        </p:nvPicPr>
        <p:blipFill>
          <a:blip r:embed="rId5">
            <a:alphaModFix/>
          </a:blip>
          <a:stretch>
            <a:fillRect/>
          </a:stretch>
        </p:blipFill>
        <p:spPr>
          <a:xfrm>
            <a:off x="493549" y="6616679"/>
            <a:ext cx="787190" cy="787190"/>
          </a:xfrm>
          <a:prstGeom prst="rect">
            <a:avLst/>
          </a:prstGeom>
          <a:noFill/>
          <a:ln>
            <a:noFill/>
          </a:ln>
        </p:spPr>
      </p:pic>
      <p:sp>
        <p:nvSpPr>
          <p:cNvPr id="79" name="Google Shape;79;p15"/>
          <p:cNvSpPr txBox="1"/>
          <p:nvPr/>
        </p:nvSpPr>
        <p:spPr>
          <a:xfrm>
            <a:off x="9885975" y="6187078"/>
            <a:ext cx="6691800" cy="12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55">
                <a:solidFill>
                  <a:srgbClr val="FF00FF"/>
                </a:solidFill>
              </a:rPr>
              <a:t>Place a flashlight at the bottom of the screen and make it the primary interactive element and pulsate it.. When the student taps the flashlight, animate a beam of light spreading across the room while gradually increasing the room's brightness over approximately half a second. As the room becomes brighter, smoothly reveal all hidden objects. </a:t>
            </a:r>
            <a:endParaRPr sz="1855">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Choose the correct answer. </a:t>
            </a:r>
            <a:endParaRPr b="0" i="0" sz="2800" u="none" cap="none" strike="noStrike">
              <a:solidFill>
                <a:srgbClr val="FFFFFF"/>
              </a:solidFill>
              <a:latin typeface="Arial"/>
              <a:ea typeface="Arial"/>
              <a:cs typeface="Arial"/>
              <a:sym typeface="Arial"/>
            </a:endParaRPr>
          </a:p>
        </p:txBody>
      </p:sp>
      <p:sp>
        <p:nvSpPr>
          <p:cNvPr id="85" name="Google Shape;85;p16"/>
          <p:cNvSpPr txBox="1"/>
          <p:nvPr/>
        </p:nvSpPr>
        <p:spPr>
          <a:xfrm>
            <a:off x="9885975" y="6187078"/>
            <a:ext cx="6691800" cy="12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55">
              <a:solidFill>
                <a:schemeClr val="dk2"/>
              </a:solidFill>
            </a:endParaRPr>
          </a:p>
        </p:txBody>
      </p:sp>
      <p:sp>
        <p:nvSpPr>
          <p:cNvPr id="86" name="Google Shape;86;p16"/>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rPr>
              <a:t>What helped you see the cat? </a:t>
            </a:r>
            <a:endParaRPr sz="4255">
              <a:solidFill>
                <a:schemeClr val="dk2"/>
              </a:solidFill>
            </a:endParaRPr>
          </a:p>
        </p:txBody>
      </p:sp>
      <p:sp>
        <p:nvSpPr>
          <p:cNvPr id="87" name="Google Shape;87;p16"/>
          <p:cNvSpPr/>
          <p:nvPr/>
        </p:nvSpPr>
        <p:spPr>
          <a:xfrm>
            <a:off x="13967255" y="2632100"/>
            <a:ext cx="2077200" cy="679800"/>
          </a:xfrm>
          <a:prstGeom prst="roundRect">
            <a:avLst>
              <a:gd fmla="val 16667" name="adj"/>
            </a:avLst>
          </a:prstGeom>
          <a:solidFill>
            <a:srgbClr val="FF9900"/>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Air</a:t>
            </a:r>
            <a:endParaRPr sz="3206"/>
          </a:p>
        </p:txBody>
      </p:sp>
      <p:sp>
        <p:nvSpPr>
          <p:cNvPr id="88" name="Google Shape;88;p16"/>
          <p:cNvSpPr/>
          <p:nvPr/>
        </p:nvSpPr>
        <p:spPr>
          <a:xfrm>
            <a:off x="13967255" y="3482484"/>
            <a:ext cx="2077200" cy="679800"/>
          </a:xfrm>
          <a:prstGeom prst="roundRect">
            <a:avLst>
              <a:gd fmla="val 16667" name="adj"/>
            </a:avLst>
          </a:prstGeom>
          <a:solidFill>
            <a:srgbClr val="FF9900"/>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Light</a:t>
            </a:r>
            <a:endParaRPr sz="3206"/>
          </a:p>
        </p:txBody>
      </p:sp>
      <p:sp>
        <p:nvSpPr>
          <p:cNvPr id="89" name="Google Shape;89;p16"/>
          <p:cNvSpPr/>
          <p:nvPr/>
        </p:nvSpPr>
        <p:spPr>
          <a:xfrm>
            <a:off x="13982198" y="4328956"/>
            <a:ext cx="2077200" cy="679800"/>
          </a:xfrm>
          <a:prstGeom prst="roundRect">
            <a:avLst>
              <a:gd fmla="val 16667" name="adj"/>
            </a:avLst>
          </a:prstGeom>
          <a:solidFill>
            <a:srgbClr val="FF9900"/>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Sound</a:t>
            </a:r>
            <a:endParaRPr sz="3206"/>
          </a:p>
        </p:txBody>
      </p:sp>
      <p:pic>
        <p:nvPicPr>
          <p:cNvPr id="90" name="Google Shape;90;p16"/>
          <p:cNvPicPr preferRelativeResize="0"/>
          <p:nvPr/>
        </p:nvPicPr>
        <p:blipFill>
          <a:blip r:embed="rId3">
            <a:alphaModFix/>
          </a:blip>
          <a:stretch>
            <a:fillRect/>
          </a:stretch>
        </p:blipFill>
        <p:spPr>
          <a:xfrm>
            <a:off x="152399" y="852300"/>
            <a:ext cx="13366449" cy="6551575"/>
          </a:xfrm>
          <a:prstGeom prst="rect">
            <a:avLst/>
          </a:prstGeom>
          <a:noFill/>
          <a:ln>
            <a:noFill/>
          </a:ln>
        </p:spPr>
      </p:pic>
      <p:pic>
        <p:nvPicPr>
          <p:cNvPr id="91" name="Google Shape;91;p16"/>
          <p:cNvPicPr preferRelativeResize="0"/>
          <p:nvPr/>
        </p:nvPicPr>
        <p:blipFill>
          <a:blip r:embed="rId4">
            <a:alphaModFix/>
          </a:blip>
          <a:stretch>
            <a:fillRect/>
          </a:stretch>
        </p:blipFill>
        <p:spPr>
          <a:xfrm flipH="1">
            <a:off x="-141186" y="5770218"/>
            <a:ext cx="2685208" cy="179013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Choose the correct answer. </a:t>
            </a:r>
            <a:endParaRPr b="0" i="0" sz="2800" u="none" cap="none" strike="noStrike">
              <a:solidFill>
                <a:srgbClr val="FFFFFF"/>
              </a:solidFill>
              <a:latin typeface="Arial"/>
              <a:ea typeface="Arial"/>
              <a:cs typeface="Arial"/>
              <a:sym typeface="Arial"/>
            </a:endParaRPr>
          </a:p>
        </p:txBody>
      </p:sp>
      <p:sp>
        <p:nvSpPr>
          <p:cNvPr id="97" name="Google Shape;97;p17"/>
          <p:cNvSpPr/>
          <p:nvPr/>
        </p:nvSpPr>
        <p:spPr>
          <a:xfrm>
            <a:off x="13967255" y="2632100"/>
            <a:ext cx="2077200" cy="679800"/>
          </a:xfrm>
          <a:prstGeom prst="roundRect">
            <a:avLst>
              <a:gd fmla="val 16667" name="adj"/>
            </a:avLst>
          </a:prstGeom>
          <a:solidFill>
            <a:srgbClr val="E06666"/>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Air</a:t>
            </a:r>
            <a:endParaRPr sz="3206"/>
          </a:p>
        </p:txBody>
      </p:sp>
      <p:sp>
        <p:nvSpPr>
          <p:cNvPr id="98" name="Google Shape;98;p17"/>
          <p:cNvSpPr/>
          <p:nvPr/>
        </p:nvSpPr>
        <p:spPr>
          <a:xfrm>
            <a:off x="13967255" y="3482484"/>
            <a:ext cx="2077200" cy="679800"/>
          </a:xfrm>
          <a:prstGeom prst="roundRect">
            <a:avLst>
              <a:gd fmla="val 16667" name="adj"/>
            </a:avLst>
          </a:prstGeom>
          <a:solidFill>
            <a:srgbClr val="FF9900"/>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Light</a:t>
            </a:r>
            <a:endParaRPr sz="3206"/>
          </a:p>
        </p:txBody>
      </p:sp>
      <p:sp>
        <p:nvSpPr>
          <p:cNvPr id="99" name="Google Shape;99;p17"/>
          <p:cNvSpPr/>
          <p:nvPr/>
        </p:nvSpPr>
        <p:spPr>
          <a:xfrm>
            <a:off x="13982198" y="4328956"/>
            <a:ext cx="2077200" cy="679800"/>
          </a:xfrm>
          <a:prstGeom prst="roundRect">
            <a:avLst>
              <a:gd fmla="val 16667" name="adj"/>
            </a:avLst>
          </a:prstGeom>
          <a:solidFill>
            <a:srgbClr val="E06666"/>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Sound</a:t>
            </a:r>
            <a:endParaRPr sz="3206"/>
          </a:p>
        </p:txBody>
      </p:sp>
      <p:pic>
        <p:nvPicPr>
          <p:cNvPr id="100" name="Google Shape;100;p17"/>
          <p:cNvPicPr preferRelativeResize="0"/>
          <p:nvPr/>
        </p:nvPicPr>
        <p:blipFill>
          <a:blip r:embed="rId3">
            <a:alphaModFix/>
          </a:blip>
          <a:stretch>
            <a:fillRect/>
          </a:stretch>
        </p:blipFill>
        <p:spPr>
          <a:xfrm>
            <a:off x="152399" y="852300"/>
            <a:ext cx="13366449" cy="6551575"/>
          </a:xfrm>
          <a:prstGeom prst="rect">
            <a:avLst/>
          </a:prstGeom>
          <a:noFill/>
          <a:ln>
            <a:noFill/>
          </a:ln>
        </p:spPr>
      </p:pic>
      <p:pic>
        <p:nvPicPr>
          <p:cNvPr id="101" name="Google Shape;101;p17"/>
          <p:cNvPicPr preferRelativeResize="0"/>
          <p:nvPr/>
        </p:nvPicPr>
        <p:blipFill>
          <a:blip r:embed="rId4">
            <a:alphaModFix/>
          </a:blip>
          <a:stretch>
            <a:fillRect/>
          </a:stretch>
        </p:blipFill>
        <p:spPr>
          <a:xfrm flipH="1">
            <a:off x="-141186" y="5770218"/>
            <a:ext cx="2685208" cy="1790139"/>
          </a:xfrm>
          <a:prstGeom prst="rect">
            <a:avLst/>
          </a:prstGeom>
          <a:noFill/>
          <a:ln>
            <a:noFill/>
          </a:ln>
        </p:spPr>
      </p:pic>
      <p:sp>
        <p:nvSpPr>
          <p:cNvPr id="102" name="Google Shape;102;p17"/>
          <p:cNvSpPr txBox="1"/>
          <p:nvPr/>
        </p:nvSpPr>
        <p:spPr>
          <a:xfrm>
            <a:off x="9706325" y="6959683"/>
            <a:ext cx="7023900" cy="138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855">
                <a:solidFill>
                  <a:srgbClr val="FF00FF"/>
                </a:solidFill>
              </a:rPr>
              <a:t>When the user select the </a:t>
            </a:r>
            <a:r>
              <a:rPr lang="en" sz="1855">
                <a:solidFill>
                  <a:srgbClr val="FF00FF"/>
                </a:solidFill>
              </a:rPr>
              <a:t>incorrect</a:t>
            </a:r>
            <a:r>
              <a:rPr lang="en" sz="1855">
                <a:solidFill>
                  <a:srgbClr val="FF00FF"/>
                </a:solidFill>
              </a:rPr>
              <a:t> option, </a:t>
            </a:r>
            <a:r>
              <a:rPr lang="en" sz="1855">
                <a:solidFill>
                  <a:srgbClr val="FF00FF"/>
                </a:solidFill>
              </a:rPr>
              <a:t>The flashlight automatically turns OFF.The room becomes dark. The cat disappears. Then the flashlight turns ON again.The cat becomes visible. And then display the feedback </a:t>
            </a:r>
            <a:endParaRPr sz="1855">
              <a:solidFill>
                <a:srgbClr val="FF00FF"/>
              </a:solidFill>
            </a:endParaRPr>
          </a:p>
          <a:p>
            <a:pPr indent="0" lvl="0" marL="0" rtl="0" algn="l">
              <a:lnSpc>
                <a:spcPct val="115000"/>
              </a:lnSpc>
              <a:spcBef>
                <a:spcPts val="1200"/>
              </a:spcBef>
              <a:spcAft>
                <a:spcPts val="0"/>
              </a:spcAft>
              <a:buNone/>
            </a:pPr>
            <a:r>
              <a:t/>
            </a:r>
            <a:endParaRPr sz="1855">
              <a:solidFill>
                <a:srgbClr val="FF00FF"/>
              </a:solidFill>
            </a:endParaRPr>
          </a:p>
          <a:p>
            <a:pPr indent="0" lvl="0" marL="0" rtl="0" algn="l">
              <a:spcBef>
                <a:spcPts val="1200"/>
              </a:spcBef>
              <a:spcAft>
                <a:spcPts val="0"/>
              </a:spcAft>
              <a:buNone/>
            </a:pPr>
            <a:r>
              <a:t/>
            </a:r>
            <a:endParaRPr sz="1855">
              <a:solidFill>
                <a:srgbClr val="FF00FF"/>
              </a:solidFill>
            </a:endParaRPr>
          </a:p>
        </p:txBody>
      </p:sp>
      <p:sp>
        <p:nvSpPr>
          <p:cNvPr id="103" name="Google Shape;103;p17"/>
          <p:cNvSpPr/>
          <p:nvPr/>
        </p:nvSpPr>
        <p:spPr>
          <a:xfrm>
            <a:off x="13659600" y="5190725"/>
            <a:ext cx="2685300" cy="20175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Good try! Watch what happens when the flashlight turns OFF and ON again. What makes the room bright? </a:t>
            </a:r>
            <a:endParaRPr sz="2000"/>
          </a:p>
        </p:txBody>
      </p:sp>
      <p:sp>
        <p:nvSpPr>
          <p:cNvPr id="104" name="Google Shape;104;p17"/>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rPr>
              <a:t>What helped you see the cat? </a:t>
            </a:r>
            <a:endParaRPr sz="4255">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8"/>
          <p:cNvPicPr preferRelativeResize="0"/>
          <p:nvPr/>
        </p:nvPicPr>
        <p:blipFill>
          <a:blip r:embed="rId3">
            <a:alphaModFix/>
          </a:blip>
          <a:stretch>
            <a:fillRect/>
          </a:stretch>
        </p:blipFill>
        <p:spPr>
          <a:xfrm>
            <a:off x="152399" y="852300"/>
            <a:ext cx="13366449" cy="6551575"/>
          </a:xfrm>
          <a:prstGeom prst="rect">
            <a:avLst/>
          </a:prstGeom>
          <a:noFill/>
          <a:ln>
            <a:noFill/>
          </a:ln>
        </p:spPr>
      </p:pic>
      <p:pic>
        <p:nvPicPr>
          <p:cNvPr id="110" name="Google Shape;110;p18"/>
          <p:cNvPicPr preferRelativeResize="0"/>
          <p:nvPr/>
        </p:nvPicPr>
        <p:blipFill>
          <a:blip r:embed="rId4">
            <a:alphaModFix/>
          </a:blip>
          <a:stretch>
            <a:fillRect/>
          </a:stretch>
        </p:blipFill>
        <p:spPr>
          <a:xfrm flipH="1">
            <a:off x="-141186" y="5770218"/>
            <a:ext cx="2685208" cy="1790139"/>
          </a:xfrm>
          <a:prstGeom prst="rect">
            <a:avLst/>
          </a:prstGeom>
          <a:noFill/>
          <a:ln>
            <a:noFill/>
          </a:ln>
        </p:spPr>
      </p:pic>
      <p:sp>
        <p:nvSpPr>
          <p:cNvPr id="111" name="Google Shape;111;p18"/>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Switch the flashlight ON and OFF. Observe how the objects appear and disappear. . </a:t>
            </a:r>
            <a:endParaRPr b="0" i="0" sz="2800" u="none" cap="none" strike="noStrike">
              <a:solidFill>
                <a:srgbClr val="FFFFFF"/>
              </a:solidFill>
              <a:latin typeface="Arial"/>
              <a:ea typeface="Arial"/>
              <a:cs typeface="Arial"/>
              <a:sym typeface="Arial"/>
            </a:endParaRPr>
          </a:p>
        </p:txBody>
      </p:sp>
      <p:sp>
        <p:nvSpPr>
          <p:cNvPr id="112" name="Google Shape;112;p18"/>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rPr>
              <a:t>Light is a form of energy that helps us see the objects around us. </a:t>
            </a:r>
            <a:endParaRPr sz="4255">
              <a:solidFill>
                <a:schemeClr val="dk2"/>
              </a:solidFill>
            </a:endParaRPr>
          </a:p>
        </p:txBody>
      </p:sp>
      <p:sp>
        <p:nvSpPr>
          <p:cNvPr id="113" name="Google Shape;113;p18"/>
          <p:cNvSpPr txBox="1"/>
          <p:nvPr/>
        </p:nvSpPr>
        <p:spPr>
          <a:xfrm>
            <a:off x="10021150" y="6644275"/>
            <a:ext cx="6190500" cy="12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55">
                <a:solidFill>
                  <a:srgbClr val="FF00FF"/>
                </a:solidFill>
              </a:rPr>
              <a:t>Allow the flashlight to be switched on and off repeatedly so students can observe that objects become visible only when light is present. </a:t>
            </a:r>
            <a:endParaRPr sz="2055">
              <a:solidFill>
                <a:srgbClr val="FF00FF"/>
              </a:solidFill>
            </a:endParaRPr>
          </a:p>
        </p:txBody>
      </p:sp>
      <p:sp>
        <p:nvSpPr>
          <p:cNvPr id="114" name="Google Shape;114;p18"/>
          <p:cNvSpPr/>
          <p:nvPr/>
        </p:nvSpPr>
        <p:spPr>
          <a:xfrm>
            <a:off x="13967255" y="2632100"/>
            <a:ext cx="2077200" cy="679800"/>
          </a:xfrm>
          <a:prstGeom prst="roundRect">
            <a:avLst>
              <a:gd fmla="val 16667" name="adj"/>
            </a:avLst>
          </a:prstGeom>
          <a:solidFill>
            <a:srgbClr val="FF9900"/>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Air</a:t>
            </a:r>
            <a:endParaRPr sz="3206"/>
          </a:p>
        </p:txBody>
      </p:sp>
      <p:sp>
        <p:nvSpPr>
          <p:cNvPr id="115" name="Google Shape;115;p18"/>
          <p:cNvSpPr/>
          <p:nvPr/>
        </p:nvSpPr>
        <p:spPr>
          <a:xfrm>
            <a:off x="13967255" y="3482484"/>
            <a:ext cx="2077200" cy="679800"/>
          </a:xfrm>
          <a:prstGeom prst="roundRect">
            <a:avLst>
              <a:gd fmla="val 16667" name="adj"/>
            </a:avLst>
          </a:prstGeom>
          <a:solidFill>
            <a:srgbClr val="6AA84F"/>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Light</a:t>
            </a:r>
            <a:endParaRPr sz="3206"/>
          </a:p>
        </p:txBody>
      </p:sp>
      <p:sp>
        <p:nvSpPr>
          <p:cNvPr id="116" name="Google Shape;116;p18"/>
          <p:cNvSpPr/>
          <p:nvPr/>
        </p:nvSpPr>
        <p:spPr>
          <a:xfrm>
            <a:off x="13982198" y="4328956"/>
            <a:ext cx="2077200" cy="679800"/>
          </a:xfrm>
          <a:prstGeom prst="roundRect">
            <a:avLst>
              <a:gd fmla="val 16667" name="adj"/>
            </a:avLst>
          </a:prstGeom>
          <a:solidFill>
            <a:srgbClr val="FF9900"/>
          </a:solidFill>
          <a:ln cap="flat" cmpd="sng" w="9250">
            <a:solidFill>
              <a:schemeClr val="dk2"/>
            </a:solidFill>
            <a:prstDash val="solid"/>
            <a:round/>
            <a:headEnd len="sm" w="sm" type="none"/>
            <a:tailEnd len="sm" w="sm" type="none"/>
          </a:ln>
        </p:spPr>
        <p:txBody>
          <a:bodyPr anchorCtr="0" anchor="ctr" bIns="88825" lIns="88825" spcFirstLastPara="1" rIns="88825" wrap="square" tIns="88825">
            <a:noAutofit/>
          </a:bodyPr>
          <a:lstStyle/>
          <a:p>
            <a:pPr indent="0" lvl="0" marL="0" rtl="0" algn="ctr">
              <a:spcBef>
                <a:spcPts val="0"/>
              </a:spcBef>
              <a:spcAft>
                <a:spcPts val="0"/>
              </a:spcAft>
              <a:buNone/>
            </a:pPr>
            <a:r>
              <a:rPr lang="en" sz="3206"/>
              <a:t>Sound</a:t>
            </a:r>
            <a:endParaRPr sz="3206"/>
          </a:p>
        </p:txBody>
      </p:sp>
      <p:sp>
        <p:nvSpPr>
          <p:cNvPr id="117" name="Google Shape;117;p18"/>
          <p:cNvSpPr/>
          <p:nvPr/>
        </p:nvSpPr>
        <p:spPr>
          <a:xfrm>
            <a:off x="13659600" y="5190725"/>
            <a:ext cx="2685300" cy="20175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t>Excellent! Without light, we cannot see the objects around us. </a:t>
            </a:r>
            <a:endParaRPr sz="2600"/>
          </a:p>
        </p:txBody>
      </p:sp>
      <p:sp>
        <p:nvSpPr>
          <p:cNvPr id="118" name="Google Shape;118;p18"/>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8"/>
          <p:cNvSpPr txBox="1"/>
          <p:nvPr/>
        </p:nvSpPr>
        <p:spPr>
          <a:xfrm>
            <a:off x="135200" y="4936250"/>
            <a:ext cx="3007800" cy="15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Provide on and off button for flashlight.</a:t>
            </a:r>
            <a:endParaRPr sz="2855">
              <a:solidFill>
                <a:srgbClr val="FF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9"/>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00">
                <a:solidFill>
                  <a:schemeClr val="lt1"/>
                </a:solidFill>
              </a:rPr>
              <a:t>Brighter light makes objects easier to see. </a:t>
            </a:r>
            <a:endParaRPr sz="4155">
              <a:solidFill>
                <a:schemeClr val="dk2"/>
              </a:solidFill>
            </a:endParaRPr>
          </a:p>
        </p:txBody>
      </p:sp>
      <p:sp>
        <p:nvSpPr>
          <p:cNvPr id="126" name="Google Shape;126;p19"/>
          <p:cNvSpPr/>
          <p:nvPr/>
        </p:nvSpPr>
        <p:spPr>
          <a:xfrm>
            <a:off x="14634152" y="1789125"/>
            <a:ext cx="186000" cy="46302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19"/>
          <p:cNvSpPr/>
          <p:nvPr/>
        </p:nvSpPr>
        <p:spPr>
          <a:xfrm>
            <a:off x="14595866" y="6209777"/>
            <a:ext cx="279300" cy="2415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9"/>
          <p:cNvSpPr/>
          <p:nvPr/>
        </p:nvSpPr>
        <p:spPr>
          <a:xfrm>
            <a:off x="14595866" y="3983477"/>
            <a:ext cx="279300" cy="2415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9"/>
          <p:cNvSpPr/>
          <p:nvPr/>
        </p:nvSpPr>
        <p:spPr>
          <a:xfrm>
            <a:off x="14587491" y="1757177"/>
            <a:ext cx="279300" cy="2415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9"/>
          <p:cNvSpPr/>
          <p:nvPr/>
        </p:nvSpPr>
        <p:spPr>
          <a:xfrm>
            <a:off x="14959850" y="6093825"/>
            <a:ext cx="1106100" cy="4647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rPr>
              <a:t>Dark</a:t>
            </a:r>
            <a:endParaRPr b="1" sz="2100">
              <a:solidFill>
                <a:schemeClr val="lt1"/>
              </a:solidFill>
            </a:endParaRPr>
          </a:p>
        </p:txBody>
      </p:sp>
      <p:pic>
        <p:nvPicPr>
          <p:cNvPr id="131" name="Google Shape;131;p19"/>
          <p:cNvPicPr preferRelativeResize="0"/>
          <p:nvPr/>
        </p:nvPicPr>
        <p:blipFill>
          <a:blip r:embed="rId3">
            <a:alphaModFix/>
          </a:blip>
          <a:stretch>
            <a:fillRect/>
          </a:stretch>
        </p:blipFill>
        <p:spPr>
          <a:xfrm>
            <a:off x="152400" y="852300"/>
            <a:ext cx="13366449" cy="6503849"/>
          </a:xfrm>
          <a:prstGeom prst="rect">
            <a:avLst/>
          </a:prstGeom>
          <a:noFill/>
          <a:ln>
            <a:noFill/>
          </a:ln>
        </p:spPr>
      </p:pic>
      <p:pic>
        <p:nvPicPr>
          <p:cNvPr id="132" name="Google Shape;132;p19"/>
          <p:cNvPicPr preferRelativeResize="0"/>
          <p:nvPr/>
        </p:nvPicPr>
        <p:blipFill>
          <a:blip r:embed="rId4">
            <a:alphaModFix/>
          </a:blip>
          <a:stretch>
            <a:fillRect/>
          </a:stretch>
        </p:blipFill>
        <p:spPr>
          <a:xfrm flipH="1">
            <a:off x="-111426" y="5786775"/>
            <a:ext cx="2635553" cy="1757036"/>
          </a:xfrm>
          <a:prstGeom prst="rect">
            <a:avLst/>
          </a:prstGeom>
          <a:noFill/>
          <a:ln>
            <a:noFill/>
          </a:ln>
        </p:spPr>
      </p:pic>
      <p:sp>
        <p:nvSpPr>
          <p:cNvPr id="133" name="Google Shape;133;p19"/>
          <p:cNvSpPr/>
          <p:nvPr/>
        </p:nvSpPr>
        <p:spPr>
          <a:xfrm>
            <a:off x="14959850" y="3903813"/>
            <a:ext cx="1106100" cy="4647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rPr>
              <a:t>Dim</a:t>
            </a:r>
            <a:endParaRPr b="1" sz="2100">
              <a:solidFill>
                <a:schemeClr val="lt1"/>
              </a:solidFill>
            </a:endParaRPr>
          </a:p>
        </p:txBody>
      </p:sp>
      <p:sp>
        <p:nvSpPr>
          <p:cNvPr id="134" name="Google Shape;134;p19"/>
          <p:cNvSpPr/>
          <p:nvPr/>
        </p:nvSpPr>
        <p:spPr>
          <a:xfrm>
            <a:off x="14959850" y="1687722"/>
            <a:ext cx="1106100" cy="4647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rPr>
              <a:t>Bright</a:t>
            </a:r>
            <a:endParaRPr b="1" sz="2100">
              <a:solidFill>
                <a:schemeClr val="lt1"/>
              </a:solidFill>
            </a:endParaRPr>
          </a:p>
        </p:txBody>
      </p:sp>
      <p:sp>
        <p:nvSpPr>
          <p:cNvPr id="135" name="Google Shape;135;p19"/>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Move the slider to see how brightness affects visibility. </a:t>
            </a:r>
            <a:endParaRPr b="0" i="0" sz="2800" u="none" cap="none" strike="noStrike">
              <a:solidFill>
                <a:srgbClr val="FFFFFF"/>
              </a:solidFill>
              <a:latin typeface="Arial"/>
              <a:ea typeface="Arial"/>
              <a:cs typeface="Arial"/>
              <a:sym typeface="Arial"/>
            </a:endParaRPr>
          </a:p>
        </p:txBody>
      </p:sp>
      <p:sp>
        <p:nvSpPr>
          <p:cNvPr id="136" name="Google Shape;136;p19"/>
          <p:cNvSpPr txBox="1"/>
          <p:nvPr/>
        </p:nvSpPr>
        <p:spPr>
          <a:xfrm>
            <a:off x="9868750" y="6491875"/>
            <a:ext cx="6190500" cy="12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55">
                <a:solidFill>
                  <a:srgbClr val="FF00FF"/>
                </a:solidFill>
              </a:rPr>
              <a:t>Add a brightness slider that lets students adjust the intensity of the flashlight. As the slider moves, gradually increase or decrease the brightness of the room and the visibility of the objects. </a:t>
            </a:r>
            <a:endParaRPr sz="2055">
              <a:solidFill>
                <a:srgbClr val="FF00FF"/>
              </a:solidFill>
            </a:endParaRPr>
          </a:p>
        </p:txBody>
      </p:sp>
      <p:sp>
        <p:nvSpPr>
          <p:cNvPr id="137" name="Google Shape;137;p19"/>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9"/>
          <p:cNvSpPr txBox="1"/>
          <p:nvPr/>
        </p:nvSpPr>
        <p:spPr>
          <a:xfrm>
            <a:off x="625250" y="627118"/>
            <a:ext cx="3430500" cy="557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Instead of only</a:t>
            </a:r>
            <a:endParaRPr sz="2455">
              <a:solidFill>
                <a:srgbClr val="FF00FF"/>
              </a:solidFill>
            </a:endParaRPr>
          </a:p>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Dark</a:t>
            </a:r>
            <a:endParaRPr sz="2455">
              <a:solidFill>
                <a:srgbClr val="FF00FF"/>
              </a:solidFill>
            </a:endParaRPr>
          </a:p>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Dim</a:t>
            </a:r>
            <a:endParaRPr sz="2455">
              <a:solidFill>
                <a:srgbClr val="FF00FF"/>
              </a:solidFill>
            </a:endParaRPr>
          </a:p>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Bright</a:t>
            </a:r>
            <a:endParaRPr sz="2455">
              <a:solidFill>
                <a:srgbClr val="FF00FF"/>
              </a:solidFill>
            </a:endParaRPr>
          </a:p>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show</a:t>
            </a:r>
            <a:endParaRPr sz="2455">
              <a:solidFill>
                <a:srgbClr val="FF00FF"/>
              </a:solidFill>
            </a:endParaRPr>
          </a:p>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30%</a:t>
            </a:r>
            <a:endParaRPr sz="2455">
              <a:solidFill>
                <a:srgbClr val="FF00FF"/>
              </a:solidFill>
            </a:endParaRPr>
          </a:p>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60%</a:t>
            </a:r>
            <a:endParaRPr sz="2455">
              <a:solidFill>
                <a:srgbClr val="FF00FF"/>
              </a:solidFill>
            </a:endParaRPr>
          </a:p>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100%</a:t>
            </a:r>
            <a:endParaRPr sz="2455">
              <a:solidFill>
                <a:srgbClr val="FF00FF"/>
              </a:solidFill>
            </a:endParaRPr>
          </a:p>
          <a:p>
            <a:pPr indent="0" lvl="0" marL="0" rtl="0" algn="l">
              <a:lnSpc>
                <a:spcPct val="115000"/>
              </a:lnSpc>
              <a:spcBef>
                <a:spcPts val="1200"/>
              </a:spcBef>
              <a:spcAft>
                <a:spcPts val="0"/>
              </a:spcAft>
              <a:buClr>
                <a:schemeClr val="dk1"/>
              </a:buClr>
              <a:buSzPts val="1100"/>
              <a:buFont typeface="Arial"/>
              <a:buNone/>
            </a:pPr>
            <a:r>
              <a:rPr lang="en" sz="2455">
                <a:solidFill>
                  <a:srgbClr val="FF00FF"/>
                </a:solidFill>
              </a:rPr>
              <a:t>and gradually reveal details</a:t>
            </a:r>
            <a:endParaRPr sz="2455">
              <a:solidFill>
                <a:srgbClr val="FF00FF"/>
              </a:solidFill>
            </a:endParaRPr>
          </a:p>
          <a:p>
            <a:pPr indent="0" lvl="0" marL="0" rtl="0" algn="l">
              <a:spcBef>
                <a:spcPts val="1200"/>
              </a:spcBef>
              <a:spcAft>
                <a:spcPts val="0"/>
              </a:spcAft>
              <a:buNone/>
            </a:pPr>
            <a:r>
              <a:t/>
            </a:r>
            <a:endParaRPr sz="2455">
              <a:solidFill>
                <a:srgbClr val="FF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Drag each object into the correct basket. Tap an object to see if it produces light. </a:t>
            </a:r>
            <a:endParaRPr b="0" i="0" sz="2800" u="none" cap="none" strike="noStrike">
              <a:solidFill>
                <a:srgbClr val="FFFFFF"/>
              </a:solidFill>
              <a:latin typeface="Arial"/>
              <a:ea typeface="Arial"/>
              <a:cs typeface="Arial"/>
              <a:sym typeface="Arial"/>
            </a:endParaRPr>
          </a:p>
        </p:txBody>
      </p:sp>
      <p:sp>
        <p:nvSpPr>
          <p:cNvPr id="144" name="Google Shape;144;p20"/>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Some objects produce their own light. Others do not. Let's find out which is which.  </a:t>
            </a:r>
            <a:endParaRPr sz="4455">
              <a:solidFill>
                <a:schemeClr val="dk2"/>
              </a:solidFill>
            </a:endParaRPr>
          </a:p>
        </p:txBody>
      </p:sp>
      <p:sp>
        <p:nvSpPr>
          <p:cNvPr id="145" name="Google Shape;145;p20"/>
          <p:cNvSpPr/>
          <p:nvPr/>
        </p:nvSpPr>
        <p:spPr>
          <a:xfrm>
            <a:off x="828025" y="1860700"/>
            <a:ext cx="6962100" cy="3108900"/>
          </a:xfrm>
          <a:prstGeom prst="roundRect">
            <a:avLst>
              <a:gd fmla="val 16667" name="adj"/>
            </a:avLst>
          </a:prstGeom>
          <a:noFill/>
          <a:ln cap="flat" cmpd="sng" w="2857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0"/>
          <p:cNvSpPr/>
          <p:nvPr/>
        </p:nvSpPr>
        <p:spPr>
          <a:xfrm>
            <a:off x="8770350" y="1861067"/>
            <a:ext cx="7117500" cy="3108900"/>
          </a:xfrm>
          <a:prstGeom prst="roundRect">
            <a:avLst>
              <a:gd fmla="val 16667" name="adj"/>
            </a:avLst>
          </a:prstGeom>
          <a:noFill/>
          <a:ln cap="flat" cmpd="sng" w="2857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3500">
              <a:solidFill>
                <a:schemeClr val="lt1"/>
              </a:solidFill>
            </a:endParaRPr>
          </a:p>
        </p:txBody>
      </p:sp>
      <p:sp>
        <p:nvSpPr>
          <p:cNvPr id="147" name="Google Shape;147;p20"/>
          <p:cNvSpPr/>
          <p:nvPr/>
        </p:nvSpPr>
        <p:spPr>
          <a:xfrm>
            <a:off x="2619249" y="998925"/>
            <a:ext cx="3638400" cy="675900"/>
          </a:xfrm>
          <a:prstGeom prst="roundRect">
            <a:avLst>
              <a:gd fmla="val 16667" name="adj"/>
            </a:avLst>
          </a:prstGeom>
          <a:solidFill>
            <a:srgbClr val="1D4381"/>
          </a:solidFill>
          <a:ln>
            <a:noFill/>
          </a:ln>
          <a:effectLst>
            <a:outerShdw blurRad="40000" rotWithShape="0" dir="5400000" dist="20000">
              <a:srgbClr val="000000">
                <a:alpha val="3804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000">
                <a:solidFill>
                  <a:srgbClr val="FFFFFF"/>
                </a:solidFill>
                <a:latin typeface="Montserrat Medium"/>
                <a:ea typeface="Montserrat Medium"/>
                <a:cs typeface="Montserrat Medium"/>
                <a:sym typeface="Montserrat Medium"/>
              </a:rPr>
              <a:t>Produces Light </a:t>
            </a:r>
            <a:endParaRPr sz="3000">
              <a:solidFill>
                <a:srgbClr val="FFFFFF"/>
              </a:solidFill>
              <a:latin typeface="Montserrat Medium"/>
              <a:ea typeface="Montserrat Medium"/>
              <a:cs typeface="Montserrat Medium"/>
              <a:sym typeface="Montserrat Medium"/>
            </a:endParaRPr>
          </a:p>
        </p:txBody>
      </p:sp>
      <p:sp>
        <p:nvSpPr>
          <p:cNvPr id="148" name="Google Shape;148;p20"/>
          <p:cNvSpPr/>
          <p:nvPr/>
        </p:nvSpPr>
        <p:spPr>
          <a:xfrm>
            <a:off x="9829275" y="998925"/>
            <a:ext cx="4906200" cy="675900"/>
          </a:xfrm>
          <a:prstGeom prst="roundRect">
            <a:avLst>
              <a:gd fmla="val 16667" name="adj"/>
            </a:avLst>
          </a:prstGeom>
          <a:solidFill>
            <a:srgbClr val="1D4381"/>
          </a:solidFill>
          <a:ln>
            <a:noFill/>
          </a:ln>
          <a:effectLst>
            <a:outerShdw blurRad="40000" rotWithShape="0" dir="5400000" dist="20000">
              <a:srgbClr val="000000">
                <a:alpha val="3804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000">
                <a:solidFill>
                  <a:schemeClr val="lt1"/>
                </a:solidFill>
                <a:latin typeface="Montserrat Medium"/>
                <a:ea typeface="Montserrat Medium"/>
                <a:cs typeface="Montserrat Medium"/>
                <a:sym typeface="Montserrat Medium"/>
              </a:rPr>
              <a:t>Does Not Produce Light </a:t>
            </a:r>
            <a:endParaRPr sz="2400">
              <a:solidFill>
                <a:srgbClr val="FFFFFF"/>
              </a:solidFill>
              <a:latin typeface="Montserrat Medium"/>
              <a:ea typeface="Montserrat Medium"/>
              <a:cs typeface="Montserrat Medium"/>
              <a:sym typeface="Montserrat Medium"/>
            </a:endParaRPr>
          </a:p>
        </p:txBody>
      </p:sp>
      <p:sp>
        <p:nvSpPr>
          <p:cNvPr id="149" name="Google Shape;149;p20"/>
          <p:cNvSpPr txBox="1"/>
          <p:nvPr/>
        </p:nvSpPr>
        <p:spPr>
          <a:xfrm>
            <a:off x="10414275" y="1860700"/>
            <a:ext cx="4906200" cy="557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55">
                <a:solidFill>
                  <a:srgbClr val="FF00FF"/>
                </a:solidFill>
              </a:rPr>
              <a:t>Arrange the objects properly. Allow students to drag each object into one of the baskets and provide instant visual feedback after every placement.</a:t>
            </a:r>
            <a:endParaRPr sz="1255">
              <a:solidFill>
                <a:srgbClr val="FF00FF"/>
              </a:solidFill>
            </a:endParaRPr>
          </a:p>
          <a:p>
            <a:pPr indent="0" lvl="0" marL="0" rtl="0" algn="l">
              <a:spcBef>
                <a:spcPts val="0"/>
              </a:spcBef>
              <a:spcAft>
                <a:spcPts val="0"/>
              </a:spcAft>
              <a:buClr>
                <a:schemeClr val="dk1"/>
              </a:buClr>
              <a:buSzPts val="1100"/>
              <a:buFont typeface="Arial"/>
              <a:buNone/>
            </a:pPr>
            <a:r>
              <a:rPr lang="en" sz="1255">
                <a:solidFill>
                  <a:srgbClr val="FF00FF"/>
                </a:solidFill>
              </a:rPr>
              <a:t>If an object is placed correctly, play a short success animation and lock it into the basket. If placed incorrectly, gently return it to its original position.</a:t>
            </a:r>
            <a:endParaRPr sz="1255">
              <a:solidFill>
                <a:srgbClr val="FF00FF"/>
              </a:solidFill>
            </a:endParaRPr>
          </a:p>
          <a:p>
            <a:pPr indent="0" lvl="0" marL="0" rtl="0" algn="l">
              <a:spcBef>
                <a:spcPts val="0"/>
              </a:spcBef>
              <a:spcAft>
                <a:spcPts val="0"/>
              </a:spcAft>
              <a:buNone/>
            </a:pPr>
            <a:r>
              <a:rPr lang="en" sz="1255">
                <a:solidFill>
                  <a:srgbClr val="FF00FF"/>
                </a:solidFill>
              </a:rPr>
              <a:t>Allow students to tap any object to observe its behavior. </a:t>
            </a:r>
            <a:r>
              <a:rPr b="1" lang="en" sz="700">
                <a:solidFill>
                  <a:srgbClr val="FF00FF"/>
                </a:solidFill>
              </a:rPr>
              <a:t>When a Luminous Object is Tapped</a:t>
            </a:r>
            <a:endParaRPr b="1" sz="700">
              <a:solidFill>
                <a:srgbClr val="FF00FF"/>
              </a:solidFill>
            </a:endParaRPr>
          </a:p>
          <a:p>
            <a:pPr indent="0" lvl="0" marL="0" rtl="0" algn="l">
              <a:lnSpc>
                <a:spcPct val="115000"/>
              </a:lnSpc>
              <a:spcBef>
                <a:spcPts val="1200"/>
              </a:spcBef>
              <a:spcAft>
                <a:spcPts val="0"/>
              </a:spcAft>
              <a:buNone/>
            </a:pPr>
            <a:r>
              <a:rPr lang="en" sz="500">
                <a:solidFill>
                  <a:srgbClr val="FF00FF"/>
                </a:solidFill>
              </a:rPr>
              <a:t>E</a:t>
            </a:r>
            <a:r>
              <a:rPr lang="en" sz="1200">
                <a:solidFill>
                  <a:srgbClr val="FF00FF"/>
                </a:solidFill>
              </a:rPr>
              <a:t>xample: Torch</a:t>
            </a:r>
            <a:endParaRPr sz="1200">
              <a:solidFill>
                <a:srgbClr val="FF00FF"/>
              </a:solidFill>
            </a:endParaRPr>
          </a:p>
          <a:p>
            <a:pPr indent="-304800" lvl="0" marL="457200" rtl="0" algn="l">
              <a:lnSpc>
                <a:spcPct val="115000"/>
              </a:lnSpc>
              <a:spcBef>
                <a:spcPts val="1200"/>
              </a:spcBef>
              <a:spcAft>
                <a:spcPts val="0"/>
              </a:spcAft>
              <a:buClr>
                <a:srgbClr val="FF00FF"/>
              </a:buClr>
              <a:buSzPts val="1200"/>
              <a:buChar char="●"/>
            </a:pPr>
            <a:r>
              <a:rPr lang="en" sz="1200">
                <a:solidFill>
                  <a:srgbClr val="FF00FF"/>
                </a:solidFill>
              </a:rPr>
              <a:t>Switch ON.</a:t>
            </a:r>
            <a:endParaRPr sz="1200">
              <a:solidFill>
                <a:srgbClr val="FF00FF"/>
              </a:solidFill>
            </a:endParaRPr>
          </a:p>
          <a:p>
            <a:pPr indent="-304800" lvl="0" marL="457200" rtl="0" algn="l">
              <a:lnSpc>
                <a:spcPct val="115000"/>
              </a:lnSpc>
              <a:spcBef>
                <a:spcPts val="0"/>
              </a:spcBef>
              <a:spcAft>
                <a:spcPts val="0"/>
              </a:spcAft>
              <a:buClr>
                <a:srgbClr val="FF00FF"/>
              </a:buClr>
              <a:buSzPts val="1200"/>
              <a:buChar char="●"/>
            </a:pPr>
            <a:r>
              <a:rPr lang="en" sz="1200">
                <a:solidFill>
                  <a:srgbClr val="FF00FF"/>
                </a:solidFill>
              </a:rPr>
              <a:t>Emit light.</a:t>
            </a:r>
            <a:endParaRPr sz="1200">
              <a:solidFill>
                <a:srgbClr val="FF00FF"/>
              </a:solidFill>
            </a:endParaRPr>
          </a:p>
          <a:p>
            <a:pPr indent="-304800" lvl="0" marL="457200" rtl="0" algn="l">
              <a:lnSpc>
                <a:spcPct val="115000"/>
              </a:lnSpc>
              <a:spcBef>
                <a:spcPts val="0"/>
              </a:spcBef>
              <a:spcAft>
                <a:spcPts val="0"/>
              </a:spcAft>
              <a:buClr>
                <a:srgbClr val="FF00FF"/>
              </a:buClr>
              <a:buSzPts val="1200"/>
              <a:buChar char="●"/>
            </a:pPr>
            <a:r>
              <a:rPr lang="en" sz="1200">
                <a:solidFill>
                  <a:srgbClr val="FF00FF"/>
                </a:solidFill>
              </a:rPr>
              <a:t>Soft glow animation.</a:t>
            </a:r>
            <a:endParaRPr sz="1200">
              <a:solidFill>
                <a:srgbClr val="FF00FF"/>
              </a:solidFill>
            </a:endParaRPr>
          </a:p>
          <a:p>
            <a:pPr indent="0" lvl="0" marL="0" rtl="0" algn="l">
              <a:lnSpc>
                <a:spcPct val="115000"/>
              </a:lnSpc>
              <a:spcBef>
                <a:spcPts val="1200"/>
              </a:spcBef>
              <a:spcAft>
                <a:spcPts val="0"/>
              </a:spcAft>
              <a:buNone/>
            </a:pPr>
            <a:r>
              <a:rPr lang="en" sz="1200">
                <a:solidFill>
                  <a:srgbClr val="FF00FF"/>
                </a:solidFill>
              </a:rPr>
              <a:t>Feedback:</a:t>
            </a:r>
            <a:endParaRPr sz="1200">
              <a:solidFill>
                <a:srgbClr val="FF00FF"/>
              </a:solidFill>
            </a:endParaRPr>
          </a:p>
          <a:p>
            <a:pPr indent="0" lvl="0" marL="381000" marR="381000" rtl="0" algn="l">
              <a:lnSpc>
                <a:spcPct val="115000"/>
              </a:lnSpc>
              <a:spcBef>
                <a:spcPts val="1200"/>
              </a:spcBef>
              <a:spcAft>
                <a:spcPts val="0"/>
              </a:spcAft>
              <a:buNone/>
            </a:pPr>
            <a:r>
              <a:rPr b="1" lang="en" sz="1200">
                <a:solidFill>
                  <a:srgbClr val="FF00FF"/>
                </a:solidFill>
              </a:rPr>
              <a:t>This object produces its own light.</a:t>
            </a:r>
            <a:endParaRPr b="1" sz="1200">
              <a:solidFill>
                <a:srgbClr val="FF00FF"/>
              </a:solidFill>
            </a:endParaRPr>
          </a:p>
          <a:p>
            <a:pPr indent="0" lvl="0" marL="0" rtl="0" algn="l">
              <a:lnSpc>
                <a:spcPct val="115000"/>
              </a:lnSpc>
              <a:spcBef>
                <a:spcPts val="1400"/>
              </a:spcBef>
              <a:spcAft>
                <a:spcPts val="0"/>
              </a:spcAft>
              <a:buNone/>
            </a:pPr>
            <a:r>
              <a:rPr b="1" lang="en" sz="1200">
                <a:solidFill>
                  <a:srgbClr val="FF00FF"/>
                </a:solidFill>
              </a:rPr>
              <a:t>When a Non-Luminous Object is Tapped</a:t>
            </a:r>
            <a:endParaRPr b="1" sz="1200">
              <a:solidFill>
                <a:srgbClr val="FF00FF"/>
              </a:solidFill>
            </a:endParaRPr>
          </a:p>
          <a:p>
            <a:pPr indent="0" lvl="0" marL="0" rtl="0" algn="l">
              <a:lnSpc>
                <a:spcPct val="115000"/>
              </a:lnSpc>
              <a:spcBef>
                <a:spcPts val="1200"/>
              </a:spcBef>
              <a:spcAft>
                <a:spcPts val="0"/>
              </a:spcAft>
              <a:buNone/>
            </a:pPr>
            <a:r>
              <a:rPr lang="en" sz="1200">
                <a:solidFill>
                  <a:srgbClr val="FF00FF"/>
                </a:solidFill>
              </a:rPr>
              <a:t>Example: Book</a:t>
            </a:r>
            <a:endParaRPr sz="1200">
              <a:solidFill>
                <a:srgbClr val="FF00FF"/>
              </a:solidFill>
            </a:endParaRPr>
          </a:p>
          <a:p>
            <a:pPr indent="0" lvl="0" marL="0" rtl="0" algn="l">
              <a:lnSpc>
                <a:spcPct val="115000"/>
              </a:lnSpc>
              <a:spcBef>
                <a:spcPts val="1200"/>
              </a:spcBef>
              <a:spcAft>
                <a:spcPts val="0"/>
              </a:spcAft>
              <a:buNone/>
            </a:pPr>
            <a:r>
              <a:rPr lang="en" sz="1200">
                <a:solidFill>
                  <a:srgbClr val="FF00FF"/>
                </a:solidFill>
              </a:rPr>
              <a:t>Nothing glows.</a:t>
            </a:r>
            <a:endParaRPr sz="1200">
              <a:solidFill>
                <a:srgbClr val="FF00FF"/>
              </a:solidFill>
            </a:endParaRPr>
          </a:p>
          <a:p>
            <a:pPr indent="0" lvl="0" marL="0" rtl="0" algn="l">
              <a:lnSpc>
                <a:spcPct val="115000"/>
              </a:lnSpc>
              <a:spcBef>
                <a:spcPts val="1200"/>
              </a:spcBef>
              <a:spcAft>
                <a:spcPts val="0"/>
              </a:spcAft>
              <a:buNone/>
            </a:pPr>
            <a:r>
              <a:rPr lang="en" sz="1200">
                <a:solidFill>
                  <a:srgbClr val="FF00FF"/>
                </a:solidFill>
              </a:rPr>
              <a:t>Feedback:</a:t>
            </a:r>
            <a:endParaRPr sz="1200">
              <a:solidFill>
                <a:srgbClr val="FF00FF"/>
              </a:solidFill>
            </a:endParaRPr>
          </a:p>
          <a:p>
            <a:pPr indent="0" lvl="0" marL="381000" marR="381000" rtl="0" algn="l">
              <a:lnSpc>
                <a:spcPct val="115000"/>
              </a:lnSpc>
              <a:spcBef>
                <a:spcPts val="1200"/>
              </a:spcBef>
              <a:spcAft>
                <a:spcPts val="0"/>
              </a:spcAft>
              <a:buNone/>
            </a:pPr>
            <a:r>
              <a:rPr b="1" lang="en" sz="1200">
                <a:solidFill>
                  <a:srgbClr val="FF00FF"/>
                </a:solidFill>
              </a:rPr>
              <a:t>This object do</a:t>
            </a:r>
            <a:r>
              <a:rPr b="1" lang="en" sz="500">
                <a:solidFill>
                  <a:srgbClr val="FF00FF"/>
                </a:solidFill>
              </a:rPr>
              <a:t>es not produce its own light.</a:t>
            </a:r>
            <a:endParaRPr b="1" sz="500">
              <a:solidFill>
                <a:srgbClr val="FF00FF"/>
              </a:solidFill>
            </a:endParaRPr>
          </a:p>
          <a:p>
            <a:pPr indent="0" lvl="0" marL="381000" marR="381000" rtl="0" algn="l">
              <a:lnSpc>
                <a:spcPct val="115000"/>
              </a:lnSpc>
              <a:spcBef>
                <a:spcPts val="1200"/>
              </a:spcBef>
              <a:spcAft>
                <a:spcPts val="0"/>
              </a:spcAft>
              <a:buNone/>
            </a:pPr>
            <a:r>
              <a:t/>
            </a:r>
            <a:endParaRPr b="1" sz="500">
              <a:solidFill>
                <a:srgbClr val="FF00FF"/>
              </a:solidFill>
            </a:endParaRPr>
          </a:p>
          <a:p>
            <a:pPr indent="0" lvl="0" marL="0" rtl="0" algn="l">
              <a:spcBef>
                <a:spcPts val="1200"/>
              </a:spcBef>
              <a:spcAft>
                <a:spcPts val="0"/>
              </a:spcAft>
              <a:buNone/>
            </a:pPr>
            <a:r>
              <a:t/>
            </a:r>
            <a:endParaRPr sz="1255">
              <a:solidFill>
                <a:srgbClr val="FF00FF"/>
              </a:solidFill>
            </a:endParaRPr>
          </a:p>
        </p:txBody>
      </p:sp>
      <p:pic>
        <p:nvPicPr>
          <p:cNvPr id="150" name="Google Shape;150;p20"/>
          <p:cNvPicPr preferRelativeResize="0"/>
          <p:nvPr/>
        </p:nvPicPr>
        <p:blipFill rotWithShape="1">
          <a:blip r:embed="rId3">
            <a:alphaModFix/>
          </a:blip>
          <a:srcRect b="60427" l="0" r="66650" t="0"/>
          <a:stretch/>
        </p:blipFill>
        <p:spPr>
          <a:xfrm>
            <a:off x="3033005" y="4847369"/>
            <a:ext cx="1799973" cy="1423900"/>
          </a:xfrm>
          <a:prstGeom prst="rect">
            <a:avLst/>
          </a:prstGeom>
          <a:noFill/>
          <a:ln>
            <a:noFill/>
          </a:ln>
        </p:spPr>
      </p:pic>
      <p:pic>
        <p:nvPicPr>
          <p:cNvPr id="151" name="Google Shape;151;p20"/>
          <p:cNvPicPr preferRelativeResize="0"/>
          <p:nvPr/>
        </p:nvPicPr>
        <p:blipFill rotWithShape="1">
          <a:blip r:embed="rId3">
            <a:alphaModFix/>
          </a:blip>
          <a:srcRect b="60427" l="34888" r="38919" t="0"/>
          <a:stretch/>
        </p:blipFill>
        <p:spPr>
          <a:xfrm>
            <a:off x="6162443" y="4969975"/>
            <a:ext cx="1413650" cy="1423900"/>
          </a:xfrm>
          <a:prstGeom prst="rect">
            <a:avLst/>
          </a:prstGeom>
          <a:noFill/>
          <a:ln>
            <a:noFill/>
          </a:ln>
        </p:spPr>
      </p:pic>
      <p:pic>
        <p:nvPicPr>
          <p:cNvPr id="152" name="Google Shape;152;p20"/>
          <p:cNvPicPr preferRelativeResize="0"/>
          <p:nvPr/>
        </p:nvPicPr>
        <p:blipFill rotWithShape="1">
          <a:blip r:embed="rId3">
            <a:alphaModFix/>
          </a:blip>
          <a:srcRect b="64367" l="58575" r="0" t="0"/>
          <a:stretch/>
        </p:blipFill>
        <p:spPr>
          <a:xfrm>
            <a:off x="7576080" y="5054094"/>
            <a:ext cx="2235802" cy="1282099"/>
          </a:xfrm>
          <a:prstGeom prst="rect">
            <a:avLst/>
          </a:prstGeom>
          <a:noFill/>
          <a:ln>
            <a:noFill/>
          </a:ln>
        </p:spPr>
      </p:pic>
      <p:pic>
        <p:nvPicPr>
          <p:cNvPr id="153" name="Google Shape;153;p20"/>
          <p:cNvPicPr preferRelativeResize="0"/>
          <p:nvPr/>
        </p:nvPicPr>
        <p:blipFill rotWithShape="1">
          <a:blip r:embed="rId3">
            <a:alphaModFix/>
          </a:blip>
          <a:srcRect b="25772" l="7852" r="69919" t="38596"/>
          <a:stretch/>
        </p:blipFill>
        <p:spPr>
          <a:xfrm>
            <a:off x="3334184" y="6234504"/>
            <a:ext cx="1199800" cy="1282099"/>
          </a:xfrm>
          <a:prstGeom prst="rect">
            <a:avLst/>
          </a:prstGeom>
          <a:noFill/>
          <a:ln>
            <a:noFill/>
          </a:ln>
        </p:spPr>
      </p:pic>
      <p:pic>
        <p:nvPicPr>
          <p:cNvPr id="154" name="Google Shape;154;p20"/>
          <p:cNvPicPr preferRelativeResize="0"/>
          <p:nvPr/>
        </p:nvPicPr>
        <p:blipFill rotWithShape="1">
          <a:blip r:embed="rId3">
            <a:alphaModFix/>
          </a:blip>
          <a:srcRect b="31492" l="36488" r="39933" t="37512"/>
          <a:stretch/>
        </p:blipFill>
        <p:spPr>
          <a:xfrm>
            <a:off x="4985080" y="6317894"/>
            <a:ext cx="1272576" cy="1115300"/>
          </a:xfrm>
          <a:prstGeom prst="rect">
            <a:avLst/>
          </a:prstGeom>
          <a:noFill/>
          <a:ln>
            <a:noFill/>
          </a:ln>
        </p:spPr>
      </p:pic>
      <p:pic>
        <p:nvPicPr>
          <p:cNvPr id="155" name="Google Shape;155;p20"/>
          <p:cNvPicPr preferRelativeResize="0"/>
          <p:nvPr/>
        </p:nvPicPr>
        <p:blipFill rotWithShape="1">
          <a:blip r:embed="rId3">
            <a:alphaModFix/>
          </a:blip>
          <a:srcRect b="0" l="76422" r="0" t="64367"/>
          <a:stretch/>
        </p:blipFill>
        <p:spPr>
          <a:xfrm>
            <a:off x="7009940" y="6250300"/>
            <a:ext cx="1272576" cy="1282099"/>
          </a:xfrm>
          <a:prstGeom prst="rect">
            <a:avLst/>
          </a:prstGeom>
          <a:noFill/>
          <a:ln>
            <a:noFill/>
          </a:ln>
        </p:spPr>
      </p:pic>
      <p:pic>
        <p:nvPicPr>
          <p:cNvPr id="156" name="Google Shape;156;p20"/>
          <p:cNvPicPr preferRelativeResize="0"/>
          <p:nvPr/>
        </p:nvPicPr>
        <p:blipFill rotWithShape="1">
          <a:blip r:embed="rId3">
            <a:alphaModFix/>
          </a:blip>
          <a:srcRect b="0" l="57743" r="25145" t="64367"/>
          <a:stretch/>
        </p:blipFill>
        <p:spPr>
          <a:xfrm>
            <a:off x="4832993" y="4919474"/>
            <a:ext cx="1117524" cy="1551340"/>
          </a:xfrm>
          <a:prstGeom prst="rect">
            <a:avLst/>
          </a:prstGeom>
          <a:noFill/>
          <a:ln>
            <a:noFill/>
          </a:ln>
        </p:spPr>
      </p:pic>
      <p:pic>
        <p:nvPicPr>
          <p:cNvPr id="157" name="Google Shape;157;p20"/>
          <p:cNvPicPr preferRelativeResize="0"/>
          <p:nvPr/>
        </p:nvPicPr>
        <p:blipFill rotWithShape="1">
          <a:blip r:embed="rId3">
            <a:alphaModFix/>
          </a:blip>
          <a:srcRect b="34220" l="71412" r="0" t="34784"/>
          <a:stretch/>
        </p:blipFill>
        <p:spPr>
          <a:xfrm>
            <a:off x="9644593" y="6317895"/>
            <a:ext cx="1542950" cy="1115300"/>
          </a:xfrm>
          <a:prstGeom prst="rect">
            <a:avLst/>
          </a:prstGeom>
          <a:noFill/>
          <a:ln>
            <a:noFill/>
          </a:ln>
        </p:spPr>
      </p:pic>
      <p:pic>
        <p:nvPicPr>
          <p:cNvPr id="158" name="Google Shape;158;p20"/>
          <p:cNvPicPr preferRelativeResize="0"/>
          <p:nvPr/>
        </p:nvPicPr>
        <p:blipFill rotWithShape="1">
          <a:blip r:embed="rId3">
            <a:alphaModFix/>
          </a:blip>
          <a:srcRect b="4634" l="46358" r="38613" t="64369"/>
          <a:stretch/>
        </p:blipFill>
        <p:spPr>
          <a:xfrm>
            <a:off x="9876265" y="5001952"/>
            <a:ext cx="1079604" cy="1484462"/>
          </a:xfrm>
          <a:prstGeom prst="rect">
            <a:avLst/>
          </a:prstGeom>
          <a:noFill/>
          <a:ln>
            <a:noFill/>
          </a:ln>
        </p:spPr>
      </p:pic>
      <p:pic>
        <p:nvPicPr>
          <p:cNvPr id="159" name="Google Shape;159;p20"/>
          <p:cNvPicPr preferRelativeResize="0"/>
          <p:nvPr/>
        </p:nvPicPr>
        <p:blipFill rotWithShape="1">
          <a:blip r:embed="rId4">
            <a:alphaModFix/>
          </a:blip>
          <a:srcRect b="67285" l="65067" r="12290" t="0"/>
          <a:stretch/>
        </p:blipFill>
        <p:spPr>
          <a:xfrm>
            <a:off x="1272525" y="5054094"/>
            <a:ext cx="1610550" cy="1551350"/>
          </a:xfrm>
          <a:prstGeom prst="rect">
            <a:avLst/>
          </a:prstGeom>
          <a:noFill/>
          <a:ln>
            <a:noFill/>
          </a:ln>
        </p:spPr>
      </p:pic>
      <p:pic>
        <p:nvPicPr>
          <p:cNvPr id="160" name="Google Shape;160;p20"/>
          <p:cNvPicPr preferRelativeResize="0"/>
          <p:nvPr/>
        </p:nvPicPr>
        <p:blipFill rotWithShape="1">
          <a:blip r:embed="rId4">
            <a:alphaModFix/>
          </a:blip>
          <a:srcRect b="34438" l="9322" r="65373" t="35534"/>
          <a:stretch/>
        </p:blipFill>
        <p:spPr>
          <a:xfrm>
            <a:off x="10855475" y="5117819"/>
            <a:ext cx="1799973" cy="1423900"/>
          </a:xfrm>
          <a:prstGeom prst="rect">
            <a:avLst/>
          </a:prstGeom>
          <a:noFill/>
          <a:ln>
            <a:noFill/>
          </a:ln>
        </p:spPr>
      </p:pic>
      <p:pic>
        <p:nvPicPr>
          <p:cNvPr id="161" name="Google Shape;161;p20"/>
          <p:cNvPicPr preferRelativeResize="0"/>
          <p:nvPr/>
        </p:nvPicPr>
        <p:blipFill rotWithShape="1">
          <a:blip r:embed="rId4">
            <a:alphaModFix/>
          </a:blip>
          <a:srcRect b="64899" l="40377" r="41732" t="0"/>
          <a:stretch/>
        </p:blipFill>
        <p:spPr>
          <a:xfrm>
            <a:off x="13163500" y="5677369"/>
            <a:ext cx="1272576" cy="1664499"/>
          </a:xfrm>
          <a:prstGeom prst="rect">
            <a:avLst/>
          </a:prstGeom>
          <a:noFill/>
          <a:ln>
            <a:noFill/>
          </a:ln>
        </p:spPr>
      </p:pic>
      <p:pic>
        <p:nvPicPr>
          <p:cNvPr id="162" name="Google Shape;162;p20"/>
          <p:cNvPicPr preferRelativeResize="0"/>
          <p:nvPr/>
        </p:nvPicPr>
        <p:blipFill rotWithShape="1">
          <a:blip r:embed="rId5">
            <a:alphaModFix/>
          </a:blip>
          <a:srcRect b="16359" l="0" r="0" t="11828"/>
          <a:stretch/>
        </p:blipFill>
        <p:spPr>
          <a:xfrm>
            <a:off x="11273771" y="6317893"/>
            <a:ext cx="1194007" cy="12861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1"/>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Tap next to explore the light more.</a:t>
            </a:r>
            <a:endParaRPr b="0" i="0" sz="2800" u="none" cap="none" strike="noStrike">
              <a:solidFill>
                <a:srgbClr val="FFFFFF"/>
              </a:solidFill>
              <a:latin typeface="Arial"/>
              <a:ea typeface="Arial"/>
              <a:cs typeface="Arial"/>
              <a:sym typeface="Arial"/>
            </a:endParaRPr>
          </a:p>
        </p:txBody>
      </p:sp>
      <p:sp>
        <p:nvSpPr>
          <p:cNvPr id="168" name="Google Shape;168;p21"/>
          <p:cNvSpPr/>
          <p:nvPr/>
        </p:nvSpPr>
        <p:spPr>
          <a:xfrm>
            <a:off x="828025" y="1860700"/>
            <a:ext cx="6962100" cy="3108900"/>
          </a:xfrm>
          <a:prstGeom prst="roundRect">
            <a:avLst>
              <a:gd fmla="val 16667" name="adj"/>
            </a:avLst>
          </a:prstGeom>
          <a:noFill/>
          <a:ln cap="flat" cmpd="sng" w="2857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1"/>
          <p:cNvSpPr/>
          <p:nvPr/>
        </p:nvSpPr>
        <p:spPr>
          <a:xfrm>
            <a:off x="8770350" y="1861067"/>
            <a:ext cx="7117500" cy="3108900"/>
          </a:xfrm>
          <a:prstGeom prst="roundRect">
            <a:avLst>
              <a:gd fmla="val 16667" name="adj"/>
            </a:avLst>
          </a:prstGeom>
          <a:noFill/>
          <a:ln cap="flat" cmpd="sng" w="2857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3500">
              <a:solidFill>
                <a:schemeClr val="lt1"/>
              </a:solidFill>
            </a:endParaRPr>
          </a:p>
        </p:txBody>
      </p:sp>
      <p:sp>
        <p:nvSpPr>
          <p:cNvPr id="170" name="Google Shape;170;p21"/>
          <p:cNvSpPr/>
          <p:nvPr/>
        </p:nvSpPr>
        <p:spPr>
          <a:xfrm>
            <a:off x="1301040" y="5242029"/>
            <a:ext cx="5830200" cy="1892700"/>
          </a:xfrm>
          <a:prstGeom prst="roundRect">
            <a:avLst>
              <a:gd fmla="val 16667" name="adj"/>
            </a:avLst>
          </a:prstGeom>
          <a:solidFill>
            <a:srgbClr val="EEEEEE">
              <a:alpha val="107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solidFill>
                  <a:schemeClr val="lt1"/>
                </a:solidFill>
              </a:rPr>
              <a:t>Objects that produce their own light are called luminous objects. </a:t>
            </a:r>
            <a:endParaRPr/>
          </a:p>
        </p:txBody>
      </p:sp>
      <p:sp>
        <p:nvSpPr>
          <p:cNvPr id="171" name="Google Shape;171;p21"/>
          <p:cNvSpPr/>
          <p:nvPr/>
        </p:nvSpPr>
        <p:spPr>
          <a:xfrm>
            <a:off x="9277465" y="5315579"/>
            <a:ext cx="5830200" cy="1892700"/>
          </a:xfrm>
          <a:prstGeom prst="roundRect">
            <a:avLst>
              <a:gd fmla="val 16667" name="adj"/>
            </a:avLst>
          </a:prstGeom>
          <a:solidFill>
            <a:srgbClr val="EEEEEE">
              <a:alpha val="107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solidFill>
                  <a:schemeClr val="lt1"/>
                </a:solidFill>
              </a:rPr>
              <a:t>Objects that do not produce their own light are called non-luminous objects. </a:t>
            </a:r>
            <a:endParaRPr/>
          </a:p>
        </p:txBody>
      </p:sp>
      <p:sp>
        <p:nvSpPr>
          <p:cNvPr id="172" name="Google Shape;172;p21"/>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3" name="Google Shape;173;p21"/>
          <p:cNvPicPr preferRelativeResize="0"/>
          <p:nvPr/>
        </p:nvPicPr>
        <p:blipFill rotWithShape="1">
          <a:blip r:embed="rId3">
            <a:alphaModFix/>
          </a:blip>
          <a:srcRect b="60427" l="0" r="66650" t="0"/>
          <a:stretch/>
        </p:blipFill>
        <p:spPr>
          <a:xfrm>
            <a:off x="1613530" y="2259007"/>
            <a:ext cx="1799973" cy="1423900"/>
          </a:xfrm>
          <a:prstGeom prst="rect">
            <a:avLst/>
          </a:prstGeom>
          <a:noFill/>
          <a:ln>
            <a:noFill/>
          </a:ln>
        </p:spPr>
      </p:pic>
      <p:pic>
        <p:nvPicPr>
          <p:cNvPr id="174" name="Google Shape;174;p21"/>
          <p:cNvPicPr preferRelativeResize="0"/>
          <p:nvPr/>
        </p:nvPicPr>
        <p:blipFill rotWithShape="1">
          <a:blip r:embed="rId3">
            <a:alphaModFix/>
          </a:blip>
          <a:srcRect b="31492" l="36488" r="39933" t="37512"/>
          <a:stretch/>
        </p:blipFill>
        <p:spPr>
          <a:xfrm>
            <a:off x="5272355" y="2585819"/>
            <a:ext cx="1272576" cy="1115300"/>
          </a:xfrm>
          <a:prstGeom prst="rect">
            <a:avLst/>
          </a:prstGeom>
          <a:noFill/>
          <a:ln>
            <a:noFill/>
          </a:ln>
        </p:spPr>
      </p:pic>
      <p:pic>
        <p:nvPicPr>
          <p:cNvPr id="175" name="Google Shape;175;p21"/>
          <p:cNvPicPr preferRelativeResize="0"/>
          <p:nvPr/>
        </p:nvPicPr>
        <p:blipFill rotWithShape="1">
          <a:blip r:embed="rId3">
            <a:alphaModFix/>
          </a:blip>
          <a:srcRect b="0" l="57743" r="25145" t="64367"/>
          <a:stretch/>
        </p:blipFill>
        <p:spPr>
          <a:xfrm>
            <a:off x="3682730" y="2367799"/>
            <a:ext cx="1117524" cy="1551340"/>
          </a:xfrm>
          <a:prstGeom prst="rect">
            <a:avLst/>
          </a:prstGeom>
          <a:noFill/>
          <a:ln>
            <a:noFill/>
          </a:ln>
        </p:spPr>
      </p:pic>
      <p:pic>
        <p:nvPicPr>
          <p:cNvPr id="176" name="Google Shape;176;p21"/>
          <p:cNvPicPr preferRelativeResize="0"/>
          <p:nvPr/>
        </p:nvPicPr>
        <p:blipFill rotWithShape="1">
          <a:blip r:embed="rId4">
            <a:alphaModFix/>
          </a:blip>
          <a:srcRect b="64899" l="40377" r="41732" t="0"/>
          <a:stretch/>
        </p:blipFill>
        <p:spPr>
          <a:xfrm>
            <a:off x="3142667" y="3271969"/>
            <a:ext cx="1272576" cy="1664499"/>
          </a:xfrm>
          <a:prstGeom prst="rect">
            <a:avLst/>
          </a:prstGeom>
          <a:noFill/>
          <a:ln>
            <a:noFill/>
          </a:ln>
        </p:spPr>
      </p:pic>
      <p:pic>
        <p:nvPicPr>
          <p:cNvPr id="177" name="Google Shape;177;p21"/>
          <p:cNvPicPr preferRelativeResize="0"/>
          <p:nvPr/>
        </p:nvPicPr>
        <p:blipFill rotWithShape="1">
          <a:blip r:embed="rId3">
            <a:alphaModFix/>
          </a:blip>
          <a:srcRect b="4634" l="46358" r="38613" t="64369"/>
          <a:stretch/>
        </p:blipFill>
        <p:spPr>
          <a:xfrm>
            <a:off x="5069465" y="3485502"/>
            <a:ext cx="1079604" cy="1484462"/>
          </a:xfrm>
          <a:prstGeom prst="rect">
            <a:avLst/>
          </a:prstGeom>
          <a:noFill/>
          <a:ln>
            <a:noFill/>
          </a:ln>
        </p:spPr>
      </p:pic>
      <p:pic>
        <p:nvPicPr>
          <p:cNvPr id="178" name="Google Shape;178;p21"/>
          <p:cNvPicPr preferRelativeResize="0"/>
          <p:nvPr/>
        </p:nvPicPr>
        <p:blipFill rotWithShape="1">
          <a:blip r:embed="rId3">
            <a:alphaModFix/>
          </a:blip>
          <a:srcRect b="64367" l="58575" r="0" t="0"/>
          <a:stretch/>
        </p:blipFill>
        <p:spPr>
          <a:xfrm>
            <a:off x="5863755" y="3463169"/>
            <a:ext cx="2235802" cy="1282099"/>
          </a:xfrm>
          <a:prstGeom prst="rect">
            <a:avLst/>
          </a:prstGeom>
          <a:noFill/>
          <a:ln>
            <a:noFill/>
          </a:ln>
        </p:spPr>
      </p:pic>
      <p:pic>
        <p:nvPicPr>
          <p:cNvPr id="179" name="Google Shape;179;p21"/>
          <p:cNvPicPr preferRelativeResize="0"/>
          <p:nvPr/>
        </p:nvPicPr>
        <p:blipFill rotWithShape="1">
          <a:blip r:embed="rId3">
            <a:alphaModFix/>
          </a:blip>
          <a:srcRect b="60427" l="34888" r="38919" t="0"/>
          <a:stretch/>
        </p:blipFill>
        <p:spPr>
          <a:xfrm>
            <a:off x="13192243" y="2431525"/>
            <a:ext cx="1413650" cy="1423900"/>
          </a:xfrm>
          <a:prstGeom prst="rect">
            <a:avLst/>
          </a:prstGeom>
          <a:noFill/>
          <a:ln>
            <a:noFill/>
          </a:ln>
        </p:spPr>
      </p:pic>
      <p:pic>
        <p:nvPicPr>
          <p:cNvPr id="180" name="Google Shape;180;p21"/>
          <p:cNvPicPr preferRelativeResize="0"/>
          <p:nvPr/>
        </p:nvPicPr>
        <p:blipFill rotWithShape="1">
          <a:blip r:embed="rId3">
            <a:alphaModFix/>
          </a:blip>
          <a:srcRect b="25772" l="7852" r="69919" t="38596"/>
          <a:stretch/>
        </p:blipFill>
        <p:spPr>
          <a:xfrm>
            <a:off x="9891297" y="3564217"/>
            <a:ext cx="1199800" cy="1282099"/>
          </a:xfrm>
          <a:prstGeom prst="rect">
            <a:avLst/>
          </a:prstGeom>
          <a:noFill/>
          <a:ln>
            <a:noFill/>
          </a:ln>
        </p:spPr>
      </p:pic>
      <p:pic>
        <p:nvPicPr>
          <p:cNvPr id="181" name="Google Shape;181;p21"/>
          <p:cNvPicPr preferRelativeResize="0"/>
          <p:nvPr/>
        </p:nvPicPr>
        <p:blipFill rotWithShape="1">
          <a:blip r:embed="rId3">
            <a:alphaModFix/>
          </a:blip>
          <a:srcRect b="0" l="76422" r="0" t="64367"/>
          <a:stretch/>
        </p:blipFill>
        <p:spPr>
          <a:xfrm>
            <a:off x="10562290" y="2209875"/>
            <a:ext cx="1272576" cy="1282099"/>
          </a:xfrm>
          <a:prstGeom prst="rect">
            <a:avLst/>
          </a:prstGeom>
          <a:noFill/>
          <a:ln>
            <a:noFill/>
          </a:ln>
        </p:spPr>
      </p:pic>
      <p:pic>
        <p:nvPicPr>
          <p:cNvPr id="182" name="Google Shape;182;p21"/>
          <p:cNvPicPr preferRelativeResize="0"/>
          <p:nvPr/>
        </p:nvPicPr>
        <p:blipFill rotWithShape="1">
          <a:blip r:embed="rId3">
            <a:alphaModFix/>
          </a:blip>
          <a:srcRect b="34220" l="71412" r="0" t="34784"/>
          <a:stretch/>
        </p:blipFill>
        <p:spPr>
          <a:xfrm>
            <a:off x="9019343" y="2293270"/>
            <a:ext cx="1542950" cy="1115300"/>
          </a:xfrm>
          <a:prstGeom prst="rect">
            <a:avLst/>
          </a:prstGeom>
          <a:noFill/>
          <a:ln>
            <a:noFill/>
          </a:ln>
        </p:spPr>
      </p:pic>
      <p:pic>
        <p:nvPicPr>
          <p:cNvPr id="183" name="Google Shape;183;p21"/>
          <p:cNvPicPr preferRelativeResize="0"/>
          <p:nvPr/>
        </p:nvPicPr>
        <p:blipFill rotWithShape="1">
          <a:blip r:embed="rId4">
            <a:alphaModFix/>
          </a:blip>
          <a:srcRect b="67285" l="65067" r="12290" t="0"/>
          <a:stretch/>
        </p:blipFill>
        <p:spPr>
          <a:xfrm>
            <a:off x="11523825" y="3066382"/>
            <a:ext cx="1610550" cy="1551350"/>
          </a:xfrm>
          <a:prstGeom prst="rect">
            <a:avLst/>
          </a:prstGeom>
          <a:noFill/>
          <a:ln>
            <a:noFill/>
          </a:ln>
        </p:spPr>
      </p:pic>
      <p:pic>
        <p:nvPicPr>
          <p:cNvPr id="184" name="Google Shape;184;p21"/>
          <p:cNvPicPr preferRelativeResize="0"/>
          <p:nvPr/>
        </p:nvPicPr>
        <p:blipFill rotWithShape="1">
          <a:blip r:embed="rId4">
            <a:alphaModFix/>
          </a:blip>
          <a:srcRect b="34438" l="9322" r="65373" t="35534"/>
          <a:stretch/>
        </p:blipFill>
        <p:spPr>
          <a:xfrm>
            <a:off x="11717300" y="1973844"/>
            <a:ext cx="1799973" cy="1423900"/>
          </a:xfrm>
          <a:prstGeom prst="rect">
            <a:avLst/>
          </a:prstGeom>
          <a:noFill/>
          <a:ln>
            <a:noFill/>
          </a:ln>
        </p:spPr>
      </p:pic>
      <p:pic>
        <p:nvPicPr>
          <p:cNvPr id="185" name="Google Shape;185;p21"/>
          <p:cNvPicPr preferRelativeResize="0"/>
          <p:nvPr/>
        </p:nvPicPr>
        <p:blipFill rotWithShape="1">
          <a:blip r:embed="rId5">
            <a:alphaModFix/>
          </a:blip>
          <a:srcRect b="16359" l="0" r="0" t="11828"/>
          <a:stretch/>
        </p:blipFill>
        <p:spPr>
          <a:xfrm>
            <a:off x="14437471" y="3397743"/>
            <a:ext cx="1194007" cy="1286162"/>
          </a:xfrm>
          <a:prstGeom prst="rect">
            <a:avLst/>
          </a:prstGeom>
          <a:noFill/>
          <a:ln>
            <a:noFill/>
          </a:ln>
        </p:spPr>
      </p:pic>
      <p:sp>
        <p:nvSpPr>
          <p:cNvPr id="186" name="Google Shape;186;p21"/>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Some objects produce their own light. Others do not. Let's find out which is which.  </a:t>
            </a:r>
            <a:endParaRPr sz="4455">
              <a:solidFill>
                <a:schemeClr val="dk2"/>
              </a:solidFill>
            </a:endParaRPr>
          </a:p>
        </p:txBody>
      </p:sp>
      <p:sp>
        <p:nvSpPr>
          <p:cNvPr id="187" name="Google Shape;187;p21"/>
          <p:cNvSpPr/>
          <p:nvPr/>
        </p:nvSpPr>
        <p:spPr>
          <a:xfrm>
            <a:off x="2619249" y="998925"/>
            <a:ext cx="3638400" cy="675900"/>
          </a:xfrm>
          <a:prstGeom prst="roundRect">
            <a:avLst>
              <a:gd fmla="val 16667" name="adj"/>
            </a:avLst>
          </a:prstGeom>
          <a:solidFill>
            <a:srgbClr val="1D4381"/>
          </a:solidFill>
          <a:ln>
            <a:noFill/>
          </a:ln>
          <a:effectLst>
            <a:outerShdw blurRad="40000" rotWithShape="0" dir="5400000" dist="20000">
              <a:srgbClr val="000000">
                <a:alpha val="3804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000">
                <a:solidFill>
                  <a:srgbClr val="FFFFFF"/>
                </a:solidFill>
                <a:latin typeface="Montserrat Medium"/>
                <a:ea typeface="Montserrat Medium"/>
                <a:cs typeface="Montserrat Medium"/>
                <a:sym typeface="Montserrat Medium"/>
              </a:rPr>
              <a:t>Produces Light </a:t>
            </a:r>
            <a:endParaRPr sz="3000">
              <a:solidFill>
                <a:srgbClr val="FFFFFF"/>
              </a:solidFill>
              <a:latin typeface="Montserrat Medium"/>
              <a:ea typeface="Montserrat Medium"/>
              <a:cs typeface="Montserrat Medium"/>
              <a:sym typeface="Montserrat Medium"/>
            </a:endParaRPr>
          </a:p>
        </p:txBody>
      </p:sp>
      <p:sp>
        <p:nvSpPr>
          <p:cNvPr id="188" name="Google Shape;188;p21"/>
          <p:cNvSpPr/>
          <p:nvPr/>
        </p:nvSpPr>
        <p:spPr>
          <a:xfrm>
            <a:off x="9829275" y="998925"/>
            <a:ext cx="4906200" cy="675900"/>
          </a:xfrm>
          <a:prstGeom prst="roundRect">
            <a:avLst>
              <a:gd fmla="val 16667" name="adj"/>
            </a:avLst>
          </a:prstGeom>
          <a:solidFill>
            <a:srgbClr val="1D4381"/>
          </a:solidFill>
          <a:ln>
            <a:noFill/>
          </a:ln>
          <a:effectLst>
            <a:outerShdw blurRad="40000" rotWithShape="0" dir="5400000" dist="20000">
              <a:srgbClr val="000000">
                <a:alpha val="3804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Montserrat Medium"/>
                <a:ea typeface="Montserrat Medium"/>
                <a:cs typeface="Montserrat Medium"/>
                <a:sym typeface="Montserrat Medium"/>
              </a:rPr>
              <a:t>Does Not Produce Light </a:t>
            </a:r>
            <a:endParaRPr sz="2400">
              <a:solidFill>
                <a:srgbClr val="FFFFFF"/>
              </a:solidFill>
              <a:latin typeface="Montserrat Medium"/>
              <a:ea typeface="Montserrat Medium"/>
              <a:cs typeface="Montserrat Medium"/>
              <a:sym typeface="Montserrat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Tap the flashlight and observe the path of the light. </a:t>
            </a:r>
            <a:endParaRPr b="0" i="0" sz="2800" u="none" cap="none" strike="noStrike">
              <a:solidFill>
                <a:srgbClr val="FFFFFF"/>
              </a:solidFill>
              <a:latin typeface="Arial"/>
              <a:ea typeface="Arial"/>
              <a:cs typeface="Arial"/>
              <a:sym typeface="Arial"/>
            </a:endParaRPr>
          </a:p>
        </p:txBody>
      </p:sp>
      <p:sp>
        <p:nvSpPr>
          <p:cNvPr id="194" name="Google Shape;194;p22"/>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Let's explore the properties of light. </a:t>
            </a:r>
            <a:endParaRPr sz="4455">
              <a:solidFill>
                <a:schemeClr val="dk2"/>
              </a:solidFill>
            </a:endParaRPr>
          </a:p>
        </p:txBody>
      </p:sp>
      <p:pic>
        <p:nvPicPr>
          <p:cNvPr id="195" name="Google Shape;195;p22"/>
          <p:cNvPicPr preferRelativeResize="0"/>
          <p:nvPr/>
        </p:nvPicPr>
        <p:blipFill>
          <a:blip r:embed="rId3">
            <a:alphaModFix/>
          </a:blip>
          <a:stretch>
            <a:fillRect/>
          </a:stretch>
        </p:blipFill>
        <p:spPr>
          <a:xfrm>
            <a:off x="152400" y="852300"/>
            <a:ext cx="10934701" cy="6503851"/>
          </a:xfrm>
          <a:prstGeom prst="rect">
            <a:avLst/>
          </a:prstGeom>
          <a:noFill/>
          <a:ln>
            <a:noFill/>
          </a:ln>
        </p:spPr>
      </p:pic>
      <p:pic>
        <p:nvPicPr>
          <p:cNvPr id="196" name="Google Shape;196;p22"/>
          <p:cNvPicPr preferRelativeResize="0"/>
          <p:nvPr/>
        </p:nvPicPr>
        <p:blipFill>
          <a:blip r:embed="rId4">
            <a:alphaModFix/>
          </a:blip>
          <a:stretch>
            <a:fillRect/>
          </a:stretch>
        </p:blipFill>
        <p:spPr>
          <a:xfrm flipH="1">
            <a:off x="-111426" y="5786775"/>
            <a:ext cx="2635553" cy="1757036"/>
          </a:xfrm>
          <a:prstGeom prst="rect">
            <a:avLst/>
          </a:prstGeom>
          <a:noFill/>
          <a:ln>
            <a:noFill/>
          </a:ln>
        </p:spPr>
      </p:pic>
      <p:pic>
        <p:nvPicPr>
          <p:cNvPr id="197" name="Google Shape;197;p22" title="tap.gif"/>
          <p:cNvPicPr preferRelativeResize="0"/>
          <p:nvPr/>
        </p:nvPicPr>
        <p:blipFill>
          <a:blip r:embed="rId5">
            <a:alphaModFix/>
          </a:blip>
          <a:stretch>
            <a:fillRect/>
          </a:stretch>
        </p:blipFill>
        <p:spPr>
          <a:xfrm>
            <a:off x="493549" y="6616679"/>
            <a:ext cx="787190" cy="787190"/>
          </a:xfrm>
          <a:prstGeom prst="rect">
            <a:avLst/>
          </a:prstGeom>
          <a:noFill/>
          <a:ln>
            <a:noFill/>
          </a:ln>
        </p:spPr>
      </p:pic>
      <p:sp>
        <p:nvSpPr>
          <p:cNvPr id="198" name="Google Shape;198;p22"/>
          <p:cNvSpPr txBox="1"/>
          <p:nvPr/>
        </p:nvSpPr>
        <p:spPr>
          <a:xfrm>
            <a:off x="11475300" y="3708875"/>
            <a:ext cx="3784200" cy="29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55">
                <a:solidFill>
                  <a:srgbClr val="FF00FF"/>
                </a:solidFill>
              </a:rPr>
              <a:t>When the student turns on the flashlight, animate a bright light beam travelling in a straight line from the flashlight to the wall. The beam should appear instantly and remain visible until the flashlight is switched off. </a:t>
            </a:r>
            <a:endParaRPr sz="2155">
              <a:solidFill>
                <a:srgbClr val="FF00FF"/>
              </a:solidFill>
            </a:endParaRPr>
          </a:p>
          <a:p>
            <a:pPr indent="0" lvl="0" marL="0" rtl="0" algn="l">
              <a:spcBef>
                <a:spcPts val="0"/>
              </a:spcBef>
              <a:spcAft>
                <a:spcPts val="0"/>
              </a:spcAft>
              <a:buNone/>
            </a:pPr>
            <a:r>
              <a:t/>
            </a:r>
            <a:endParaRPr sz="2155">
              <a:solidFill>
                <a:srgbClr val="FF00FF"/>
              </a:solidFill>
            </a:endParaRPr>
          </a:p>
          <a:p>
            <a:pPr indent="0" lvl="0" marL="0" rtl="0" algn="l">
              <a:spcBef>
                <a:spcPts val="0"/>
              </a:spcBef>
              <a:spcAft>
                <a:spcPts val="0"/>
              </a:spcAft>
              <a:buNone/>
            </a:pPr>
            <a:r>
              <a:rPr lang="en" sz="2155">
                <a:solidFill>
                  <a:srgbClr val="FF00FF"/>
                </a:solidFill>
              </a:rPr>
              <a:t>Reference video link :</a:t>
            </a:r>
            <a:r>
              <a:rPr lang="en" sz="2155" u="sng">
                <a:solidFill>
                  <a:schemeClr val="hlink"/>
                </a:solidFill>
                <a:hlinkClick r:id="rId6"/>
              </a:rPr>
              <a:t>Link</a:t>
            </a:r>
            <a:endParaRPr sz="2155">
              <a:solidFill>
                <a:srgbClr val="FF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Rotate the flashlight and try to make the light reach around the corner. </a:t>
            </a:r>
            <a:endParaRPr b="0" i="0" sz="2800" u="none" cap="none" strike="noStrike">
              <a:solidFill>
                <a:srgbClr val="FFFFFF"/>
              </a:solidFill>
              <a:latin typeface="Arial"/>
              <a:ea typeface="Arial"/>
              <a:cs typeface="Arial"/>
              <a:sym typeface="Arial"/>
            </a:endParaRPr>
          </a:p>
        </p:txBody>
      </p:sp>
      <p:pic>
        <p:nvPicPr>
          <p:cNvPr id="204" name="Google Shape;204;p23"/>
          <p:cNvPicPr preferRelativeResize="0"/>
          <p:nvPr/>
        </p:nvPicPr>
        <p:blipFill>
          <a:blip r:embed="rId3">
            <a:alphaModFix/>
          </a:blip>
          <a:stretch>
            <a:fillRect/>
          </a:stretch>
        </p:blipFill>
        <p:spPr>
          <a:xfrm>
            <a:off x="152400" y="852300"/>
            <a:ext cx="10934701" cy="6503851"/>
          </a:xfrm>
          <a:prstGeom prst="rect">
            <a:avLst/>
          </a:prstGeom>
          <a:noFill/>
          <a:ln>
            <a:noFill/>
          </a:ln>
        </p:spPr>
      </p:pic>
      <p:pic>
        <p:nvPicPr>
          <p:cNvPr id="205" name="Google Shape;205;p23"/>
          <p:cNvPicPr preferRelativeResize="0"/>
          <p:nvPr/>
        </p:nvPicPr>
        <p:blipFill>
          <a:blip r:embed="rId4">
            <a:alphaModFix/>
          </a:blip>
          <a:stretch>
            <a:fillRect/>
          </a:stretch>
        </p:blipFill>
        <p:spPr>
          <a:xfrm flipH="1">
            <a:off x="1443214" y="5262593"/>
            <a:ext cx="2685208" cy="1790139"/>
          </a:xfrm>
          <a:prstGeom prst="rect">
            <a:avLst/>
          </a:prstGeom>
          <a:noFill/>
          <a:ln>
            <a:noFill/>
          </a:ln>
        </p:spPr>
      </p:pic>
      <p:sp>
        <p:nvSpPr>
          <p:cNvPr id="206" name="Google Shape;206;p23"/>
          <p:cNvSpPr/>
          <p:nvPr/>
        </p:nvSpPr>
        <p:spPr>
          <a:xfrm rot="232572">
            <a:off x="2959028" y="3440217"/>
            <a:ext cx="7214260" cy="3061062"/>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9525">
            <a:solidFill>
              <a:schemeClr val="lt1"/>
            </a:solidFill>
            <a:prstDash val="solid"/>
            <a:round/>
            <a:headEnd len="med" w="med" type="none"/>
            <a:tailEnd len="med" w="med" type="none"/>
          </a:ln>
        </p:spPr>
      </p:sp>
      <p:sp>
        <p:nvSpPr>
          <p:cNvPr id="207" name="Google Shape;207;p23"/>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Can you make the light bend around the corner? </a:t>
            </a:r>
            <a:endParaRPr sz="4455">
              <a:solidFill>
                <a:schemeClr val="dk2"/>
              </a:solidFill>
            </a:endParaRPr>
          </a:p>
        </p:txBody>
      </p:sp>
      <p:sp>
        <p:nvSpPr>
          <p:cNvPr id="208" name="Google Shape;208;p23"/>
          <p:cNvSpPr/>
          <p:nvPr/>
        </p:nvSpPr>
        <p:spPr>
          <a:xfrm>
            <a:off x="11246275" y="1124624"/>
            <a:ext cx="4999200" cy="837600"/>
          </a:xfrm>
          <a:prstGeom prst="roundRect">
            <a:avLst>
              <a:gd fmla="val 16667" name="adj"/>
            </a:avLst>
          </a:prstGeom>
          <a:gradFill>
            <a:gsLst>
              <a:gs pos="0">
                <a:srgbClr val="51AB2A"/>
              </a:gs>
              <a:gs pos="100000">
                <a:srgbClr val="203E1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lt1"/>
                </a:solidFill>
              </a:rPr>
              <a:t>1.</a:t>
            </a:r>
            <a:r>
              <a:rPr lang="en" sz="2600">
                <a:solidFill>
                  <a:schemeClr val="lt1"/>
                </a:solidFill>
              </a:rPr>
              <a:t> Light always travels in a straight line. </a:t>
            </a:r>
            <a:endParaRPr sz="2600">
              <a:solidFill>
                <a:schemeClr val="lt1"/>
              </a:solidFill>
            </a:endParaRPr>
          </a:p>
        </p:txBody>
      </p:sp>
      <p:cxnSp>
        <p:nvCxnSpPr>
          <p:cNvPr id="209" name="Google Shape;209;p23"/>
          <p:cNvCxnSpPr/>
          <p:nvPr/>
        </p:nvCxnSpPr>
        <p:spPr>
          <a:xfrm flipH="1" rot="10800000">
            <a:off x="3075550" y="5409475"/>
            <a:ext cx="6776400" cy="625200"/>
          </a:xfrm>
          <a:prstGeom prst="straightConnector1">
            <a:avLst/>
          </a:prstGeom>
          <a:noFill/>
          <a:ln cap="flat" cmpd="sng" w="28575">
            <a:solidFill>
              <a:schemeClr val="dk1"/>
            </a:solidFill>
            <a:prstDash val="dash"/>
            <a:round/>
            <a:headEnd len="med" w="med" type="none"/>
            <a:tailEnd len="med" w="med" type="stealth"/>
          </a:ln>
        </p:spPr>
      </p:cxnSp>
      <p:sp>
        <p:nvSpPr>
          <p:cNvPr id="210" name="Google Shape;210;p23"/>
          <p:cNvSpPr txBox="1"/>
          <p:nvPr/>
        </p:nvSpPr>
        <p:spPr>
          <a:xfrm>
            <a:off x="11288239" y="4160744"/>
            <a:ext cx="514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00FF"/>
              </a:solidFill>
            </a:endParaRPr>
          </a:p>
        </p:txBody>
      </p:sp>
      <p:sp>
        <p:nvSpPr>
          <p:cNvPr id="211" name="Google Shape;211;p23"/>
          <p:cNvSpPr txBox="1"/>
          <p:nvPr/>
        </p:nvSpPr>
        <p:spPr>
          <a:xfrm>
            <a:off x="10629200" y="4192725"/>
            <a:ext cx="5542800" cy="3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555">
                <a:solidFill>
                  <a:srgbClr val="FF00FF"/>
                </a:solidFill>
              </a:rPr>
              <a:t>Create a simple maze with a flashlight at one end and a target at the other.</a:t>
            </a:r>
            <a:endParaRPr sz="2555">
              <a:solidFill>
                <a:srgbClr val="FF00FF"/>
              </a:solidFill>
            </a:endParaRPr>
          </a:p>
          <a:p>
            <a:pPr indent="0" lvl="0" marL="0" rtl="0" algn="l">
              <a:spcBef>
                <a:spcPts val="0"/>
              </a:spcBef>
              <a:spcAft>
                <a:spcPts val="0"/>
              </a:spcAft>
              <a:buClr>
                <a:schemeClr val="dk1"/>
              </a:buClr>
              <a:buSzPts val="1100"/>
              <a:buFont typeface="Arial"/>
              <a:buNone/>
            </a:pPr>
            <a:r>
              <a:rPr lang="en" sz="2555">
                <a:solidFill>
                  <a:srgbClr val="FF00FF"/>
                </a:solidFill>
              </a:rPr>
              <a:t>Allow students to rotate the flashlight but ensure that the light beam always travels in a straight line and cannot bend around corners, after 2 rotations,reveal “ </a:t>
            </a:r>
            <a:r>
              <a:rPr lang="en" sz="2600">
                <a:solidFill>
                  <a:schemeClr val="lt1"/>
                </a:solidFill>
              </a:rPr>
              <a:t>1. Light travels in straight line.”</a:t>
            </a:r>
            <a:endParaRPr sz="2555">
              <a:solidFill>
                <a:srgbClr val="FF00FF"/>
              </a:solidFill>
            </a:endParaRPr>
          </a:p>
          <a:p>
            <a:pPr indent="0" lvl="0" marL="0" rtl="0" algn="l">
              <a:spcBef>
                <a:spcPts val="0"/>
              </a:spcBef>
              <a:spcAft>
                <a:spcPts val="0"/>
              </a:spcAft>
              <a:buNone/>
            </a:pPr>
            <a:r>
              <a:t/>
            </a:r>
            <a:endParaRPr sz="2555">
              <a:solidFill>
                <a:srgbClr val="FF00FF"/>
              </a:solidFill>
            </a:endParaRPr>
          </a:p>
        </p:txBody>
      </p:sp>
      <p:sp>
        <p:nvSpPr>
          <p:cNvPr id="212" name="Google Shape;212;p23"/>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Place the transparent sheet in the light beam and observe what happens.</a:t>
            </a:r>
            <a:endParaRPr b="0" i="0" sz="2800" u="none" cap="none" strike="noStrike">
              <a:solidFill>
                <a:srgbClr val="FFFFFF"/>
              </a:solidFill>
              <a:latin typeface="Arial"/>
              <a:ea typeface="Arial"/>
              <a:cs typeface="Arial"/>
              <a:sym typeface="Arial"/>
            </a:endParaRPr>
          </a:p>
        </p:txBody>
      </p:sp>
      <p:pic>
        <p:nvPicPr>
          <p:cNvPr id="218" name="Google Shape;218;p24"/>
          <p:cNvPicPr preferRelativeResize="0"/>
          <p:nvPr/>
        </p:nvPicPr>
        <p:blipFill>
          <a:blip r:embed="rId3">
            <a:alphaModFix/>
          </a:blip>
          <a:stretch>
            <a:fillRect/>
          </a:stretch>
        </p:blipFill>
        <p:spPr>
          <a:xfrm>
            <a:off x="152400" y="852300"/>
            <a:ext cx="10934701" cy="6503851"/>
          </a:xfrm>
          <a:prstGeom prst="rect">
            <a:avLst/>
          </a:prstGeom>
          <a:noFill/>
          <a:ln>
            <a:noFill/>
          </a:ln>
        </p:spPr>
      </p:pic>
      <p:pic>
        <p:nvPicPr>
          <p:cNvPr id="219" name="Google Shape;219;p24"/>
          <p:cNvPicPr preferRelativeResize="0"/>
          <p:nvPr/>
        </p:nvPicPr>
        <p:blipFill>
          <a:blip r:embed="rId4">
            <a:alphaModFix/>
          </a:blip>
          <a:stretch>
            <a:fillRect/>
          </a:stretch>
        </p:blipFill>
        <p:spPr>
          <a:xfrm flipH="1">
            <a:off x="1443214" y="5262593"/>
            <a:ext cx="2685208" cy="1790139"/>
          </a:xfrm>
          <a:prstGeom prst="rect">
            <a:avLst/>
          </a:prstGeom>
          <a:noFill/>
          <a:ln>
            <a:noFill/>
          </a:ln>
        </p:spPr>
      </p:pic>
      <p:sp>
        <p:nvSpPr>
          <p:cNvPr id="220" name="Google Shape;220;p24"/>
          <p:cNvSpPr/>
          <p:nvPr/>
        </p:nvSpPr>
        <p:spPr>
          <a:xfrm rot="232572">
            <a:off x="2959028" y="3440217"/>
            <a:ext cx="7214260" cy="3061062"/>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9525">
            <a:solidFill>
              <a:schemeClr val="lt1"/>
            </a:solidFill>
            <a:prstDash val="solid"/>
            <a:round/>
            <a:headEnd len="med" w="med" type="none"/>
            <a:tailEnd len="med" w="med" type="none"/>
          </a:ln>
        </p:spPr>
      </p:sp>
      <p:sp>
        <p:nvSpPr>
          <p:cNvPr id="221" name="Google Shape;221;p24"/>
          <p:cNvSpPr txBox="1"/>
          <p:nvPr/>
        </p:nvSpPr>
        <p:spPr>
          <a:xfrm>
            <a:off x="6167975" y="6256166"/>
            <a:ext cx="5146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FF"/>
                </a:solidFill>
              </a:rPr>
              <a:t>After two seconds of straight line drawing and displaying the property, make  two locations on the light beam to place the sheet of paper (location should be place with paper sheet already with less opacity indicating that the sheet should be dragged to those places) Allow students to drag the cardboard anywhere between the flashlight and the wall and automatically update the light passes through the transparent object.</a:t>
            </a:r>
            <a:endParaRPr>
              <a:solidFill>
                <a:srgbClr val="FF00FF"/>
              </a:solidFill>
            </a:endParaRPr>
          </a:p>
        </p:txBody>
      </p:sp>
      <p:sp>
        <p:nvSpPr>
          <p:cNvPr id="222" name="Google Shape;222;p24"/>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Can light pass through this material? </a:t>
            </a:r>
            <a:endParaRPr sz="4455">
              <a:solidFill>
                <a:schemeClr val="dk2"/>
              </a:solidFill>
            </a:endParaRPr>
          </a:p>
        </p:txBody>
      </p:sp>
      <p:cxnSp>
        <p:nvCxnSpPr>
          <p:cNvPr id="223" name="Google Shape;223;p24"/>
          <p:cNvCxnSpPr/>
          <p:nvPr/>
        </p:nvCxnSpPr>
        <p:spPr>
          <a:xfrm flipH="1" rot="10800000">
            <a:off x="3075550" y="5409475"/>
            <a:ext cx="6776400" cy="625200"/>
          </a:xfrm>
          <a:prstGeom prst="straightConnector1">
            <a:avLst/>
          </a:prstGeom>
          <a:noFill/>
          <a:ln cap="flat" cmpd="sng" w="28575">
            <a:solidFill>
              <a:schemeClr val="dk1"/>
            </a:solidFill>
            <a:prstDash val="dash"/>
            <a:round/>
            <a:headEnd len="med" w="med" type="none"/>
            <a:tailEnd len="med" w="med" type="stealth"/>
          </a:ln>
        </p:spPr>
      </p:cxnSp>
      <p:pic>
        <p:nvPicPr>
          <p:cNvPr id="224" name="Google Shape;224;p24"/>
          <p:cNvPicPr preferRelativeResize="0"/>
          <p:nvPr/>
        </p:nvPicPr>
        <p:blipFill rotWithShape="1">
          <a:blip r:embed="rId5">
            <a:alphaModFix/>
          </a:blip>
          <a:srcRect b="8536" l="14820" r="14031" t="9153"/>
          <a:stretch/>
        </p:blipFill>
        <p:spPr>
          <a:xfrm>
            <a:off x="11997975" y="4142024"/>
            <a:ext cx="2551675" cy="2755277"/>
          </a:xfrm>
          <a:prstGeom prst="rect">
            <a:avLst/>
          </a:prstGeom>
          <a:noFill/>
          <a:ln>
            <a:noFill/>
          </a:ln>
        </p:spPr>
      </p:pic>
      <p:sp>
        <p:nvSpPr>
          <p:cNvPr id="225" name="Google Shape;225;p24"/>
          <p:cNvSpPr/>
          <p:nvPr/>
        </p:nvSpPr>
        <p:spPr>
          <a:xfrm>
            <a:off x="12150075" y="4344800"/>
            <a:ext cx="2213700" cy="2146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6" name="Google Shape;226;p24"/>
          <p:cNvPicPr preferRelativeResize="0"/>
          <p:nvPr/>
        </p:nvPicPr>
        <p:blipFill>
          <a:blip r:embed="rId6">
            <a:alphaModFix/>
          </a:blip>
          <a:stretch>
            <a:fillRect/>
          </a:stretch>
        </p:blipFill>
        <p:spPr>
          <a:xfrm>
            <a:off x="15887688" y="2974230"/>
            <a:ext cx="3311736" cy="2012694"/>
          </a:xfrm>
          <a:prstGeom prst="rect">
            <a:avLst/>
          </a:prstGeom>
          <a:noFill/>
          <a:ln>
            <a:noFill/>
          </a:ln>
        </p:spPr>
      </p:pic>
      <p:sp>
        <p:nvSpPr>
          <p:cNvPr id="227" name="Google Shape;227;p24"/>
          <p:cNvSpPr/>
          <p:nvPr/>
        </p:nvSpPr>
        <p:spPr>
          <a:xfrm rot="5400000">
            <a:off x="4732225" y="5662965"/>
            <a:ext cx="1081500" cy="422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4"/>
          <p:cNvSpPr/>
          <p:nvPr/>
        </p:nvSpPr>
        <p:spPr>
          <a:xfrm rot="5400000">
            <a:off x="6483500" y="5426408"/>
            <a:ext cx="1081500" cy="422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4"/>
          <p:cNvSpPr/>
          <p:nvPr/>
        </p:nvSpPr>
        <p:spPr>
          <a:xfrm>
            <a:off x="11246275" y="1124624"/>
            <a:ext cx="4999200" cy="837600"/>
          </a:xfrm>
          <a:prstGeom prst="roundRect">
            <a:avLst>
              <a:gd fmla="val 16667" name="adj"/>
            </a:avLst>
          </a:prstGeom>
          <a:gradFill>
            <a:gsLst>
              <a:gs pos="0">
                <a:srgbClr val="51AB2A"/>
              </a:gs>
              <a:gs pos="100000">
                <a:srgbClr val="203E1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lt1"/>
                </a:solidFill>
              </a:rPr>
              <a:t>1. Light always travels in a straight line. </a:t>
            </a:r>
            <a:endParaRPr sz="26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Tap next to see what happens when light meets an opaque object. </a:t>
            </a:r>
            <a:endParaRPr b="0" i="0" sz="2800" u="none" cap="none" strike="noStrike">
              <a:solidFill>
                <a:srgbClr val="FFFFFF"/>
              </a:solidFill>
              <a:latin typeface="Arial"/>
              <a:ea typeface="Arial"/>
              <a:cs typeface="Arial"/>
              <a:sym typeface="Arial"/>
            </a:endParaRPr>
          </a:p>
        </p:txBody>
      </p:sp>
      <p:pic>
        <p:nvPicPr>
          <p:cNvPr id="235" name="Google Shape;235;p25"/>
          <p:cNvPicPr preferRelativeResize="0"/>
          <p:nvPr/>
        </p:nvPicPr>
        <p:blipFill>
          <a:blip r:embed="rId3">
            <a:alphaModFix/>
          </a:blip>
          <a:stretch>
            <a:fillRect/>
          </a:stretch>
        </p:blipFill>
        <p:spPr>
          <a:xfrm>
            <a:off x="152400" y="852300"/>
            <a:ext cx="10934701" cy="6503851"/>
          </a:xfrm>
          <a:prstGeom prst="rect">
            <a:avLst/>
          </a:prstGeom>
          <a:noFill/>
          <a:ln>
            <a:noFill/>
          </a:ln>
        </p:spPr>
      </p:pic>
      <p:pic>
        <p:nvPicPr>
          <p:cNvPr id="236" name="Google Shape;236;p25"/>
          <p:cNvPicPr preferRelativeResize="0"/>
          <p:nvPr/>
        </p:nvPicPr>
        <p:blipFill>
          <a:blip r:embed="rId4">
            <a:alphaModFix/>
          </a:blip>
          <a:stretch>
            <a:fillRect/>
          </a:stretch>
        </p:blipFill>
        <p:spPr>
          <a:xfrm flipH="1">
            <a:off x="1443214" y="5262593"/>
            <a:ext cx="2685208" cy="1790139"/>
          </a:xfrm>
          <a:prstGeom prst="rect">
            <a:avLst/>
          </a:prstGeom>
          <a:noFill/>
          <a:ln>
            <a:noFill/>
          </a:ln>
        </p:spPr>
      </p:pic>
      <p:sp>
        <p:nvSpPr>
          <p:cNvPr id="237" name="Google Shape;237;p25"/>
          <p:cNvSpPr/>
          <p:nvPr/>
        </p:nvSpPr>
        <p:spPr>
          <a:xfrm rot="232572">
            <a:off x="2959028" y="3440217"/>
            <a:ext cx="7214260" cy="3061062"/>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9525">
            <a:solidFill>
              <a:schemeClr val="lt1"/>
            </a:solidFill>
            <a:prstDash val="solid"/>
            <a:round/>
            <a:headEnd len="med" w="med" type="none"/>
            <a:tailEnd len="med" w="med" type="none"/>
          </a:ln>
        </p:spPr>
      </p:sp>
      <p:sp>
        <p:nvSpPr>
          <p:cNvPr id="238" name="Google Shape;238;p25"/>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400">
                <a:solidFill>
                  <a:schemeClr val="lt1"/>
                </a:solidFill>
              </a:rPr>
              <a:t>Light passes through transparent materials and continues to travel in a straight line. </a:t>
            </a:r>
            <a:endParaRPr sz="4355">
              <a:solidFill>
                <a:schemeClr val="dk2"/>
              </a:solidFill>
            </a:endParaRPr>
          </a:p>
        </p:txBody>
      </p:sp>
      <p:cxnSp>
        <p:nvCxnSpPr>
          <p:cNvPr id="239" name="Google Shape;239;p25"/>
          <p:cNvCxnSpPr/>
          <p:nvPr/>
        </p:nvCxnSpPr>
        <p:spPr>
          <a:xfrm flipH="1" rot="10800000">
            <a:off x="3075550" y="5409475"/>
            <a:ext cx="6776400" cy="625200"/>
          </a:xfrm>
          <a:prstGeom prst="straightConnector1">
            <a:avLst/>
          </a:prstGeom>
          <a:noFill/>
          <a:ln cap="flat" cmpd="sng" w="28575">
            <a:solidFill>
              <a:schemeClr val="dk1"/>
            </a:solidFill>
            <a:prstDash val="dash"/>
            <a:round/>
            <a:headEnd len="med" w="med" type="none"/>
            <a:tailEnd len="med" w="med" type="stealth"/>
          </a:ln>
        </p:spPr>
      </p:cxnSp>
      <p:pic>
        <p:nvPicPr>
          <p:cNvPr id="240" name="Google Shape;240;p25"/>
          <p:cNvPicPr preferRelativeResize="0"/>
          <p:nvPr/>
        </p:nvPicPr>
        <p:blipFill rotWithShape="1">
          <a:blip r:embed="rId5">
            <a:alphaModFix/>
          </a:blip>
          <a:srcRect b="8536" l="14820" r="14031" t="9153"/>
          <a:stretch/>
        </p:blipFill>
        <p:spPr>
          <a:xfrm>
            <a:off x="6692150" y="3537252"/>
            <a:ext cx="2142387" cy="2313350"/>
          </a:xfrm>
          <a:prstGeom prst="rect">
            <a:avLst/>
          </a:prstGeom>
          <a:noFill/>
          <a:ln>
            <a:noFill/>
          </a:ln>
        </p:spPr>
      </p:pic>
      <p:sp>
        <p:nvSpPr>
          <p:cNvPr id="241" name="Google Shape;241;p25"/>
          <p:cNvSpPr/>
          <p:nvPr/>
        </p:nvSpPr>
        <p:spPr>
          <a:xfrm>
            <a:off x="6819853" y="3707504"/>
            <a:ext cx="1858500" cy="1802100"/>
          </a:xfrm>
          <a:prstGeom prst="rect">
            <a:avLst/>
          </a:prstGeom>
          <a:solidFill>
            <a:schemeClr val="lt1"/>
          </a:solidFill>
          <a:ln cap="flat" cmpd="sng" w="8000">
            <a:solidFill>
              <a:schemeClr val="dk2"/>
            </a:solidFill>
            <a:prstDash val="solid"/>
            <a:round/>
            <a:headEnd len="sm" w="sm" type="none"/>
            <a:tailEnd len="sm" w="sm" type="none"/>
          </a:ln>
        </p:spPr>
        <p:txBody>
          <a:bodyPr anchorCtr="0" anchor="ctr" bIns="76750" lIns="76750" spcFirstLastPara="1" rIns="76750" wrap="square" tIns="76750">
            <a:noAutofit/>
          </a:bodyPr>
          <a:lstStyle/>
          <a:p>
            <a:pPr indent="0" lvl="0" marL="0" rtl="0" algn="ctr">
              <a:spcBef>
                <a:spcPts val="0"/>
              </a:spcBef>
              <a:spcAft>
                <a:spcPts val="0"/>
              </a:spcAft>
              <a:buNone/>
            </a:pPr>
            <a:r>
              <a:t/>
            </a:r>
            <a:endParaRPr sz="1175"/>
          </a:p>
        </p:txBody>
      </p:sp>
      <p:sp>
        <p:nvSpPr>
          <p:cNvPr id="242" name="Google Shape;242;p25"/>
          <p:cNvSpPr/>
          <p:nvPr/>
        </p:nvSpPr>
        <p:spPr>
          <a:xfrm>
            <a:off x="11280375" y="2080275"/>
            <a:ext cx="4999200" cy="1014000"/>
          </a:xfrm>
          <a:prstGeom prst="roundRect">
            <a:avLst>
              <a:gd fmla="val 16667" name="adj"/>
            </a:avLst>
          </a:prstGeom>
          <a:gradFill>
            <a:gsLst>
              <a:gs pos="0">
                <a:srgbClr val="51AB2A"/>
              </a:gs>
              <a:gs pos="100000">
                <a:srgbClr val="203E1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lt1"/>
                </a:solidFill>
              </a:rPr>
              <a:t>2</a:t>
            </a:r>
            <a:r>
              <a:rPr lang="en" sz="2600">
                <a:solidFill>
                  <a:schemeClr val="lt1"/>
                </a:solidFill>
              </a:rPr>
              <a:t>. </a:t>
            </a:r>
            <a:r>
              <a:rPr lang="en" sz="2900">
                <a:solidFill>
                  <a:schemeClr val="lt1"/>
                </a:solidFill>
              </a:rPr>
              <a:t>Light passes through transparent materials. </a:t>
            </a:r>
            <a:endParaRPr sz="2600">
              <a:solidFill>
                <a:schemeClr val="lt1"/>
              </a:solidFill>
            </a:endParaRPr>
          </a:p>
        </p:txBody>
      </p:sp>
      <p:pic>
        <p:nvPicPr>
          <p:cNvPr id="243" name="Google Shape;243;p25"/>
          <p:cNvPicPr preferRelativeResize="0"/>
          <p:nvPr/>
        </p:nvPicPr>
        <p:blipFill rotWithShape="1">
          <a:blip r:embed="rId5">
            <a:alphaModFix/>
          </a:blip>
          <a:srcRect b="8536" l="14820" r="14031" t="9153"/>
          <a:stretch/>
        </p:blipFill>
        <p:spPr>
          <a:xfrm>
            <a:off x="4548563" y="4027627"/>
            <a:ext cx="2142387" cy="2313350"/>
          </a:xfrm>
          <a:prstGeom prst="rect">
            <a:avLst/>
          </a:prstGeom>
          <a:noFill/>
          <a:ln>
            <a:noFill/>
          </a:ln>
        </p:spPr>
      </p:pic>
      <p:sp>
        <p:nvSpPr>
          <p:cNvPr id="244" name="Google Shape;244;p25"/>
          <p:cNvSpPr/>
          <p:nvPr/>
        </p:nvSpPr>
        <p:spPr>
          <a:xfrm>
            <a:off x="4676266" y="4197879"/>
            <a:ext cx="1858500" cy="1802100"/>
          </a:xfrm>
          <a:prstGeom prst="rect">
            <a:avLst/>
          </a:prstGeom>
          <a:solidFill>
            <a:schemeClr val="lt1"/>
          </a:solidFill>
          <a:ln cap="flat" cmpd="sng" w="8000">
            <a:solidFill>
              <a:schemeClr val="dk2"/>
            </a:solidFill>
            <a:prstDash val="solid"/>
            <a:round/>
            <a:headEnd len="sm" w="sm" type="none"/>
            <a:tailEnd len="sm" w="sm" type="none"/>
          </a:ln>
        </p:spPr>
        <p:txBody>
          <a:bodyPr anchorCtr="0" anchor="ctr" bIns="76750" lIns="76750" spcFirstLastPara="1" rIns="76750" wrap="square" tIns="76750">
            <a:noAutofit/>
          </a:bodyPr>
          <a:lstStyle/>
          <a:p>
            <a:pPr indent="0" lvl="0" marL="0" rtl="0" algn="ctr">
              <a:spcBef>
                <a:spcPts val="0"/>
              </a:spcBef>
              <a:spcAft>
                <a:spcPts val="0"/>
              </a:spcAft>
              <a:buNone/>
            </a:pPr>
            <a:r>
              <a:t/>
            </a:r>
            <a:endParaRPr sz="1175"/>
          </a:p>
        </p:txBody>
      </p:sp>
      <p:pic>
        <p:nvPicPr>
          <p:cNvPr id="245" name="Google Shape;245;p25"/>
          <p:cNvPicPr preferRelativeResize="0"/>
          <p:nvPr/>
        </p:nvPicPr>
        <p:blipFill>
          <a:blip r:embed="rId6">
            <a:alphaModFix/>
          </a:blip>
          <a:stretch>
            <a:fillRect/>
          </a:stretch>
        </p:blipFill>
        <p:spPr>
          <a:xfrm>
            <a:off x="15887688" y="4914905"/>
            <a:ext cx="3311736" cy="2012694"/>
          </a:xfrm>
          <a:prstGeom prst="rect">
            <a:avLst/>
          </a:prstGeom>
          <a:noFill/>
          <a:ln>
            <a:noFill/>
          </a:ln>
        </p:spPr>
      </p:pic>
      <p:sp>
        <p:nvSpPr>
          <p:cNvPr id="246" name="Google Shape;246;p25"/>
          <p:cNvSpPr txBox="1"/>
          <p:nvPr/>
        </p:nvSpPr>
        <p:spPr>
          <a:xfrm>
            <a:off x="14938350" y="4986964"/>
            <a:ext cx="2534700" cy="23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Visuals </a:t>
            </a:r>
            <a:r>
              <a:rPr lang="en" sz="2855">
                <a:solidFill>
                  <a:srgbClr val="FF00FF"/>
                </a:solidFill>
              </a:rPr>
              <a:t>should</a:t>
            </a:r>
            <a:r>
              <a:rPr lang="en" sz="2855">
                <a:solidFill>
                  <a:srgbClr val="FF00FF"/>
                </a:solidFill>
              </a:rPr>
              <a:t> look like in the reference image </a:t>
            </a:r>
            <a:r>
              <a:rPr lang="en" sz="2855" u="sng">
                <a:solidFill>
                  <a:schemeClr val="hlink"/>
                </a:solidFill>
                <a:hlinkClick r:id="rId7"/>
              </a:rPr>
              <a:t>Link</a:t>
            </a:r>
            <a:endParaRPr sz="2855">
              <a:solidFill>
                <a:srgbClr val="FF00FF"/>
              </a:solidFill>
            </a:endParaRPr>
          </a:p>
        </p:txBody>
      </p:sp>
      <p:sp>
        <p:nvSpPr>
          <p:cNvPr id="247" name="Google Shape;247;p25"/>
          <p:cNvSpPr/>
          <p:nvPr/>
        </p:nvSpPr>
        <p:spPr>
          <a:xfrm>
            <a:off x="11522472" y="5206639"/>
            <a:ext cx="4209000" cy="2229600"/>
          </a:xfrm>
          <a:prstGeom prst="roundRect">
            <a:avLst>
              <a:gd fmla="val 16667" name="adj"/>
            </a:avLst>
          </a:prstGeom>
          <a:gradFill>
            <a:gsLst>
              <a:gs pos="0">
                <a:srgbClr val="295FB7">
                  <a:alpha val="22150"/>
                </a:srgbClr>
              </a:gs>
              <a:gs pos="100000">
                <a:srgbClr val="152949">
                  <a:alpha val="22150"/>
                </a:srgbClr>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500">
                <a:solidFill>
                  <a:schemeClr val="lt1"/>
                </a:solidFill>
              </a:rPr>
              <a:t>Light travels through </a:t>
            </a:r>
            <a:r>
              <a:rPr lang="en" sz="3500">
                <a:solidFill>
                  <a:schemeClr val="lt1"/>
                </a:solidFill>
              </a:rPr>
              <a:t>transparent</a:t>
            </a:r>
            <a:r>
              <a:rPr lang="en" sz="3500">
                <a:solidFill>
                  <a:schemeClr val="lt1"/>
                </a:solidFill>
              </a:rPr>
              <a:t> objects.</a:t>
            </a:r>
            <a:endParaRPr sz="3500">
              <a:solidFill>
                <a:schemeClr val="lt1"/>
              </a:solidFill>
            </a:endParaRPr>
          </a:p>
        </p:txBody>
      </p:sp>
      <p:sp>
        <p:nvSpPr>
          <p:cNvPr id="248" name="Google Shape;248;p25"/>
          <p:cNvSpPr txBox="1"/>
          <p:nvPr/>
        </p:nvSpPr>
        <p:spPr>
          <a:xfrm>
            <a:off x="6167975" y="5445035"/>
            <a:ext cx="5146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FF"/>
                </a:solidFill>
              </a:rPr>
              <a:t>After two seconds of straight line drawing and displaying the property, make  two locations on the light beam to place the sheet of paper (location should be place with paper sheet already with less opacity indicating that the sheet should be dragged to those places) Allow students to drag the cardboard anywhere between the flashlight and the wall and automatically update the light passes through the transparent object.</a:t>
            </a:r>
            <a:endParaRPr>
              <a:solidFill>
                <a:srgbClr val="FF00FF"/>
              </a:solidFill>
            </a:endParaRPr>
          </a:p>
        </p:txBody>
      </p:sp>
      <p:sp>
        <p:nvSpPr>
          <p:cNvPr id="249" name="Google Shape;249;p25"/>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25"/>
          <p:cNvSpPr/>
          <p:nvPr/>
        </p:nvSpPr>
        <p:spPr>
          <a:xfrm>
            <a:off x="11246275" y="1124624"/>
            <a:ext cx="4999200" cy="837600"/>
          </a:xfrm>
          <a:prstGeom prst="roundRect">
            <a:avLst>
              <a:gd fmla="val 16667" name="adj"/>
            </a:avLst>
          </a:prstGeom>
          <a:gradFill>
            <a:gsLst>
              <a:gs pos="0">
                <a:srgbClr val="51AB2A"/>
              </a:gs>
              <a:gs pos="100000">
                <a:srgbClr val="203E1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lt1"/>
                </a:solidFill>
              </a:rPr>
              <a:t>1. Light always travels in a straight line. </a:t>
            </a:r>
            <a:endParaRPr sz="2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Place the cardboard in the path of the light and observe what happens. </a:t>
            </a:r>
            <a:endParaRPr b="0" i="0" sz="2800" u="none" cap="none" strike="noStrike">
              <a:solidFill>
                <a:srgbClr val="FFFFFF"/>
              </a:solidFill>
              <a:latin typeface="Arial"/>
              <a:ea typeface="Arial"/>
              <a:cs typeface="Arial"/>
              <a:sym typeface="Arial"/>
            </a:endParaRPr>
          </a:p>
        </p:txBody>
      </p:sp>
      <p:pic>
        <p:nvPicPr>
          <p:cNvPr id="256" name="Google Shape;256;p26"/>
          <p:cNvPicPr preferRelativeResize="0"/>
          <p:nvPr/>
        </p:nvPicPr>
        <p:blipFill>
          <a:blip r:embed="rId3">
            <a:alphaModFix/>
          </a:blip>
          <a:stretch>
            <a:fillRect/>
          </a:stretch>
        </p:blipFill>
        <p:spPr>
          <a:xfrm>
            <a:off x="152400" y="852300"/>
            <a:ext cx="10934701" cy="6503851"/>
          </a:xfrm>
          <a:prstGeom prst="rect">
            <a:avLst/>
          </a:prstGeom>
          <a:noFill/>
          <a:ln>
            <a:noFill/>
          </a:ln>
        </p:spPr>
      </p:pic>
      <p:pic>
        <p:nvPicPr>
          <p:cNvPr id="257" name="Google Shape;257;p26"/>
          <p:cNvPicPr preferRelativeResize="0"/>
          <p:nvPr/>
        </p:nvPicPr>
        <p:blipFill>
          <a:blip r:embed="rId4">
            <a:alphaModFix/>
          </a:blip>
          <a:stretch>
            <a:fillRect/>
          </a:stretch>
        </p:blipFill>
        <p:spPr>
          <a:xfrm flipH="1">
            <a:off x="1443214" y="5262593"/>
            <a:ext cx="2685208" cy="1790139"/>
          </a:xfrm>
          <a:prstGeom prst="rect">
            <a:avLst/>
          </a:prstGeom>
          <a:noFill/>
          <a:ln>
            <a:noFill/>
          </a:ln>
        </p:spPr>
      </p:pic>
      <p:pic>
        <p:nvPicPr>
          <p:cNvPr id="258" name="Google Shape;258;p26"/>
          <p:cNvPicPr preferRelativeResize="0"/>
          <p:nvPr/>
        </p:nvPicPr>
        <p:blipFill>
          <a:blip r:embed="rId5">
            <a:alphaModFix/>
          </a:blip>
          <a:stretch>
            <a:fillRect/>
          </a:stretch>
        </p:blipFill>
        <p:spPr>
          <a:xfrm>
            <a:off x="-8046362" y="2103075"/>
            <a:ext cx="9648825" cy="4238625"/>
          </a:xfrm>
          <a:prstGeom prst="rect">
            <a:avLst/>
          </a:prstGeom>
          <a:noFill/>
          <a:ln>
            <a:noFill/>
          </a:ln>
        </p:spPr>
      </p:pic>
      <p:sp>
        <p:nvSpPr>
          <p:cNvPr id="259" name="Google Shape;259;p26"/>
          <p:cNvSpPr/>
          <p:nvPr/>
        </p:nvSpPr>
        <p:spPr>
          <a:xfrm rot="232572">
            <a:off x="2959028" y="3440217"/>
            <a:ext cx="7214260" cy="3061062"/>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9525">
            <a:solidFill>
              <a:schemeClr val="lt1"/>
            </a:solidFill>
            <a:prstDash val="solid"/>
            <a:round/>
            <a:headEnd len="med" w="med" type="none"/>
            <a:tailEnd len="med" w="med" type="none"/>
          </a:ln>
        </p:spPr>
      </p:sp>
      <p:sp>
        <p:nvSpPr>
          <p:cNvPr id="260" name="Google Shape;260;p26"/>
          <p:cNvSpPr txBox="1"/>
          <p:nvPr/>
        </p:nvSpPr>
        <p:spPr>
          <a:xfrm>
            <a:off x="6167975" y="5850600"/>
            <a:ext cx="51462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FF00FF"/>
                </a:solidFill>
              </a:rPr>
              <a:t>Allow students to drag the cardboard anywhere between the flashlight and the wall and automatically update the shadow position and size based on its location.Please check the reference image </a:t>
            </a:r>
            <a:endParaRPr sz="1700">
              <a:solidFill>
                <a:srgbClr val="FF00FF"/>
              </a:solidFill>
            </a:endParaRPr>
          </a:p>
        </p:txBody>
      </p:sp>
      <p:sp>
        <p:nvSpPr>
          <p:cNvPr id="261" name="Google Shape;261;p26"/>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What about the cardboard ? Will it block the light </a:t>
            </a:r>
            <a:r>
              <a:rPr lang="en" sz="3000">
                <a:solidFill>
                  <a:schemeClr val="lt1"/>
                </a:solidFill>
              </a:rPr>
              <a:t>completely</a:t>
            </a:r>
            <a:r>
              <a:rPr lang="en" sz="3000">
                <a:solidFill>
                  <a:schemeClr val="lt1"/>
                </a:solidFill>
              </a:rPr>
              <a:t>?</a:t>
            </a:r>
            <a:endParaRPr sz="4455">
              <a:solidFill>
                <a:schemeClr val="dk2"/>
              </a:solidFill>
            </a:endParaRPr>
          </a:p>
        </p:txBody>
      </p:sp>
      <p:cxnSp>
        <p:nvCxnSpPr>
          <p:cNvPr id="262" name="Google Shape;262;p26"/>
          <p:cNvCxnSpPr/>
          <p:nvPr/>
        </p:nvCxnSpPr>
        <p:spPr>
          <a:xfrm flipH="1" rot="10800000">
            <a:off x="3075550" y="5409475"/>
            <a:ext cx="6776400" cy="625200"/>
          </a:xfrm>
          <a:prstGeom prst="straightConnector1">
            <a:avLst/>
          </a:prstGeom>
          <a:noFill/>
          <a:ln cap="flat" cmpd="sng" w="28575">
            <a:solidFill>
              <a:schemeClr val="dk1"/>
            </a:solidFill>
            <a:prstDash val="dash"/>
            <a:round/>
            <a:headEnd len="med" w="med" type="none"/>
            <a:tailEnd len="med" w="med" type="stealth"/>
          </a:ln>
        </p:spPr>
      </p:cxnSp>
      <p:pic>
        <p:nvPicPr>
          <p:cNvPr id="263" name="Google Shape;263;p26"/>
          <p:cNvPicPr preferRelativeResize="0"/>
          <p:nvPr/>
        </p:nvPicPr>
        <p:blipFill rotWithShape="1">
          <a:blip r:embed="rId6">
            <a:alphaModFix/>
          </a:blip>
          <a:srcRect b="8536" l="14820" r="14031" t="9153"/>
          <a:stretch/>
        </p:blipFill>
        <p:spPr>
          <a:xfrm>
            <a:off x="12471135" y="4294111"/>
            <a:ext cx="2551675" cy="2755277"/>
          </a:xfrm>
          <a:prstGeom prst="rect">
            <a:avLst/>
          </a:prstGeom>
          <a:noFill/>
          <a:ln>
            <a:noFill/>
          </a:ln>
        </p:spPr>
      </p:pic>
      <p:sp>
        <p:nvSpPr>
          <p:cNvPr id="264" name="Google Shape;264;p26"/>
          <p:cNvSpPr/>
          <p:nvPr/>
        </p:nvSpPr>
        <p:spPr>
          <a:xfrm>
            <a:off x="12623235" y="4496887"/>
            <a:ext cx="2213700" cy="2146200"/>
          </a:xfrm>
          <a:prstGeom prst="rect">
            <a:avLst/>
          </a:prstGeom>
          <a:solidFill>
            <a:srgbClr val="5B0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26"/>
          <p:cNvSpPr/>
          <p:nvPr/>
        </p:nvSpPr>
        <p:spPr>
          <a:xfrm rot="5400000">
            <a:off x="5239175" y="5244440"/>
            <a:ext cx="1081500" cy="422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26"/>
          <p:cNvSpPr/>
          <p:nvPr/>
        </p:nvSpPr>
        <p:spPr>
          <a:xfrm>
            <a:off x="11246275" y="1124624"/>
            <a:ext cx="4999200" cy="837600"/>
          </a:xfrm>
          <a:prstGeom prst="roundRect">
            <a:avLst>
              <a:gd fmla="val 16667" name="adj"/>
            </a:avLst>
          </a:prstGeom>
          <a:gradFill>
            <a:gsLst>
              <a:gs pos="0">
                <a:srgbClr val="BFBFBF"/>
              </a:gs>
              <a:gs pos="100000">
                <a:srgbClr val="73737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chemeClr val="lt1"/>
                </a:solidFill>
              </a:rPr>
              <a:t>1. Light always travels in a straight line. </a:t>
            </a:r>
            <a:endParaRPr sz="2600">
              <a:solidFill>
                <a:schemeClr val="lt1"/>
              </a:solidFill>
            </a:endParaRPr>
          </a:p>
        </p:txBody>
      </p:sp>
      <p:sp>
        <p:nvSpPr>
          <p:cNvPr id="267" name="Google Shape;267;p26"/>
          <p:cNvSpPr/>
          <p:nvPr/>
        </p:nvSpPr>
        <p:spPr>
          <a:xfrm>
            <a:off x="11280375" y="2080275"/>
            <a:ext cx="4999200" cy="1014000"/>
          </a:xfrm>
          <a:prstGeom prst="roundRect">
            <a:avLst>
              <a:gd fmla="val 16667" name="adj"/>
            </a:avLst>
          </a:prstGeom>
          <a:gradFill>
            <a:gsLst>
              <a:gs pos="0">
                <a:srgbClr val="BFBFBF"/>
              </a:gs>
              <a:gs pos="100000">
                <a:srgbClr val="73737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chemeClr val="lt1"/>
                </a:solidFill>
              </a:rPr>
              <a:t>2. Light can pass through transparent materials. </a:t>
            </a:r>
            <a:endParaRPr sz="2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27"/>
          <p:cNvPicPr preferRelativeResize="0"/>
          <p:nvPr/>
        </p:nvPicPr>
        <p:blipFill>
          <a:blip r:embed="rId3">
            <a:alphaModFix/>
          </a:blip>
          <a:stretch>
            <a:fillRect/>
          </a:stretch>
        </p:blipFill>
        <p:spPr>
          <a:xfrm>
            <a:off x="152400" y="852300"/>
            <a:ext cx="10934701" cy="6503851"/>
          </a:xfrm>
          <a:prstGeom prst="rect">
            <a:avLst/>
          </a:prstGeom>
          <a:noFill/>
          <a:ln>
            <a:noFill/>
          </a:ln>
        </p:spPr>
      </p:pic>
      <p:pic>
        <p:nvPicPr>
          <p:cNvPr id="273" name="Google Shape;273;p27"/>
          <p:cNvPicPr preferRelativeResize="0"/>
          <p:nvPr/>
        </p:nvPicPr>
        <p:blipFill>
          <a:blip r:embed="rId4">
            <a:alphaModFix/>
          </a:blip>
          <a:stretch>
            <a:fillRect/>
          </a:stretch>
        </p:blipFill>
        <p:spPr>
          <a:xfrm flipH="1">
            <a:off x="1443214" y="5262593"/>
            <a:ext cx="2685208" cy="1790139"/>
          </a:xfrm>
          <a:prstGeom prst="rect">
            <a:avLst/>
          </a:prstGeom>
          <a:noFill/>
          <a:ln>
            <a:noFill/>
          </a:ln>
        </p:spPr>
      </p:pic>
      <p:pic>
        <p:nvPicPr>
          <p:cNvPr id="274" name="Google Shape;274;p27"/>
          <p:cNvPicPr preferRelativeResize="0"/>
          <p:nvPr/>
        </p:nvPicPr>
        <p:blipFill>
          <a:blip r:embed="rId5">
            <a:alphaModFix/>
          </a:blip>
          <a:stretch>
            <a:fillRect/>
          </a:stretch>
        </p:blipFill>
        <p:spPr>
          <a:xfrm>
            <a:off x="-8046362" y="2103075"/>
            <a:ext cx="9648825" cy="4238625"/>
          </a:xfrm>
          <a:prstGeom prst="rect">
            <a:avLst/>
          </a:prstGeom>
          <a:noFill/>
          <a:ln>
            <a:noFill/>
          </a:ln>
        </p:spPr>
      </p:pic>
      <p:sp>
        <p:nvSpPr>
          <p:cNvPr id="275" name="Google Shape;275;p27"/>
          <p:cNvSpPr/>
          <p:nvPr/>
        </p:nvSpPr>
        <p:spPr>
          <a:xfrm rot="232572">
            <a:off x="2959028" y="3440217"/>
            <a:ext cx="7214260" cy="3061062"/>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9525">
            <a:solidFill>
              <a:schemeClr val="lt1"/>
            </a:solidFill>
            <a:prstDash val="solid"/>
            <a:round/>
            <a:headEnd len="med" w="med" type="none"/>
            <a:tailEnd len="med" w="med" type="none"/>
          </a:ln>
        </p:spPr>
      </p:sp>
      <p:sp>
        <p:nvSpPr>
          <p:cNvPr id="276" name="Google Shape;276;p27"/>
          <p:cNvSpPr txBox="1"/>
          <p:nvPr/>
        </p:nvSpPr>
        <p:spPr>
          <a:xfrm>
            <a:off x="6167975" y="6222368"/>
            <a:ext cx="5146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FF"/>
                </a:solidFill>
              </a:rPr>
              <a:t>Allow students to drag the cardboard anywhere between the flashlight and the wall and automatically update the shadow position and size based on its location.Please check the reference image </a:t>
            </a:r>
            <a:endParaRPr>
              <a:solidFill>
                <a:srgbClr val="FF00FF"/>
              </a:solidFill>
            </a:endParaRPr>
          </a:p>
        </p:txBody>
      </p:sp>
      <p:sp>
        <p:nvSpPr>
          <p:cNvPr id="277" name="Google Shape;277;p27"/>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000">
                <a:solidFill>
                  <a:schemeClr val="lt1"/>
                </a:solidFill>
              </a:rPr>
              <a:t>Light travels in a straight line. Opaque objects block light and create shadows. </a:t>
            </a:r>
            <a:endParaRPr sz="4455">
              <a:solidFill>
                <a:schemeClr val="dk2"/>
              </a:solidFill>
            </a:endParaRPr>
          </a:p>
        </p:txBody>
      </p:sp>
      <p:cxnSp>
        <p:nvCxnSpPr>
          <p:cNvPr id="278" name="Google Shape;278;p27"/>
          <p:cNvCxnSpPr/>
          <p:nvPr/>
        </p:nvCxnSpPr>
        <p:spPr>
          <a:xfrm flipH="1" rot="10800000">
            <a:off x="3075550" y="5409475"/>
            <a:ext cx="6776400" cy="625200"/>
          </a:xfrm>
          <a:prstGeom prst="straightConnector1">
            <a:avLst/>
          </a:prstGeom>
          <a:noFill/>
          <a:ln cap="flat" cmpd="sng" w="28575">
            <a:solidFill>
              <a:schemeClr val="dk1"/>
            </a:solidFill>
            <a:prstDash val="dash"/>
            <a:round/>
            <a:headEnd len="med" w="med" type="none"/>
            <a:tailEnd len="med" w="med" type="stealth"/>
          </a:ln>
        </p:spPr>
      </p:cxnSp>
      <p:pic>
        <p:nvPicPr>
          <p:cNvPr id="279" name="Google Shape;279;p27"/>
          <p:cNvPicPr preferRelativeResize="0"/>
          <p:nvPr/>
        </p:nvPicPr>
        <p:blipFill rotWithShape="1">
          <a:blip r:embed="rId6">
            <a:alphaModFix/>
          </a:blip>
          <a:srcRect b="8536" l="14820" r="14031" t="9153"/>
          <a:stretch/>
        </p:blipFill>
        <p:spPr>
          <a:xfrm>
            <a:off x="6692150" y="3537252"/>
            <a:ext cx="2142387" cy="2313350"/>
          </a:xfrm>
          <a:prstGeom prst="rect">
            <a:avLst/>
          </a:prstGeom>
          <a:noFill/>
          <a:ln>
            <a:noFill/>
          </a:ln>
        </p:spPr>
      </p:pic>
      <p:sp>
        <p:nvSpPr>
          <p:cNvPr id="280" name="Google Shape;280;p27"/>
          <p:cNvSpPr/>
          <p:nvPr/>
        </p:nvSpPr>
        <p:spPr>
          <a:xfrm>
            <a:off x="6819853" y="3707504"/>
            <a:ext cx="1858500" cy="1802100"/>
          </a:xfrm>
          <a:prstGeom prst="rect">
            <a:avLst/>
          </a:prstGeom>
          <a:solidFill>
            <a:srgbClr val="5B0F00"/>
          </a:solidFill>
          <a:ln cap="flat" cmpd="sng" w="8000">
            <a:solidFill>
              <a:schemeClr val="dk2"/>
            </a:solidFill>
            <a:prstDash val="solid"/>
            <a:round/>
            <a:headEnd len="sm" w="sm" type="none"/>
            <a:tailEnd len="sm" w="sm" type="none"/>
          </a:ln>
        </p:spPr>
        <p:txBody>
          <a:bodyPr anchorCtr="0" anchor="ctr" bIns="76750" lIns="76750" spcFirstLastPara="1" rIns="76750" wrap="square" tIns="76750">
            <a:noAutofit/>
          </a:bodyPr>
          <a:lstStyle/>
          <a:p>
            <a:pPr indent="0" lvl="0" marL="0" rtl="0" algn="ctr">
              <a:spcBef>
                <a:spcPts val="0"/>
              </a:spcBef>
              <a:spcAft>
                <a:spcPts val="0"/>
              </a:spcAft>
              <a:buNone/>
            </a:pPr>
            <a:r>
              <a:t/>
            </a:r>
            <a:endParaRPr sz="1175"/>
          </a:p>
        </p:txBody>
      </p:sp>
      <p:sp>
        <p:nvSpPr>
          <p:cNvPr id="281" name="Google Shape;281;p27"/>
          <p:cNvSpPr/>
          <p:nvPr/>
        </p:nvSpPr>
        <p:spPr>
          <a:xfrm>
            <a:off x="11246275" y="3403120"/>
            <a:ext cx="4999200" cy="1200000"/>
          </a:xfrm>
          <a:prstGeom prst="roundRect">
            <a:avLst>
              <a:gd fmla="val 16667" name="adj"/>
            </a:avLst>
          </a:prstGeom>
          <a:gradFill>
            <a:gsLst>
              <a:gs pos="0">
                <a:srgbClr val="51AB2A"/>
              </a:gs>
              <a:gs pos="100000">
                <a:srgbClr val="203E1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lt1"/>
                </a:solidFill>
              </a:rPr>
              <a:t>3. A shadow is formed when an opaque object blocks the path of light. </a:t>
            </a:r>
            <a:endParaRPr sz="2600">
              <a:solidFill>
                <a:schemeClr val="lt1"/>
              </a:solidFill>
            </a:endParaRPr>
          </a:p>
        </p:txBody>
      </p:sp>
      <p:sp>
        <p:nvSpPr>
          <p:cNvPr id="282" name="Google Shape;282;p27"/>
          <p:cNvSpPr txBox="1"/>
          <p:nvPr/>
        </p:nvSpPr>
        <p:spPr>
          <a:xfrm>
            <a:off x="11693800" y="5341825"/>
            <a:ext cx="5146200" cy="20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Kindly check the reference for the shadow to be formed. Allow the user to drag the cardboard and observe the  size of </a:t>
            </a:r>
            <a:r>
              <a:rPr lang="en" sz="2855">
                <a:solidFill>
                  <a:srgbClr val="FF00FF"/>
                </a:solidFill>
              </a:rPr>
              <a:t>the</a:t>
            </a:r>
            <a:r>
              <a:rPr lang="en" sz="2855">
                <a:solidFill>
                  <a:srgbClr val="FF00FF"/>
                </a:solidFill>
              </a:rPr>
              <a:t> shadow.</a:t>
            </a:r>
            <a:endParaRPr sz="2855">
              <a:solidFill>
                <a:srgbClr val="FF00FF"/>
              </a:solidFill>
            </a:endParaRPr>
          </a:p>
        </p:txBody>
      </p:sp>
      <p:sp>
        <p:nvSpPr>
          <p:cNvPr id="283" name="Google Shape;283;p27"/>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Drag the cardboard sheet along the light path and observe the size of the shadow.</a:t>
            </a:r>
            <a:endParaRPr b="0" i="0" sz="2800" u="none" cap="none" strike="noStrike">
              <a:solidFill>
                <a:srgbClr val="FFFFFF"/>
              </a:solidFill>
              <a:latin typeface="Arial"/>
              <a:ea typeface="Arial"/>
              <a:cs typeface="Arial"/>
              <a:sym typeface="Arial"/>
            </a:endParaRPr>
          </a:p>
        </p:txBody>
      </p:sp>
      <p:sp>
        <p:nvSpPr>
          <p:cNvPr id="284" name="Google Shape;284;p27"/>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27"/>
          <p:cNvSpPr/>
          <p:nvPr/>
        </p:nvSpPr>
        <p:spPr>
          <a:xfrm>
            <a:off x="11246275" y="1124624"/>
            <a:ext cx="4999200" cy="837600"/>
          </a:xfrm>
          <a:prstGeom prst="roundRect">
            <a:avLst>
              <a:gd fmla="val 16667" name="adj"/>
            </a:avLst>
          </a:prstGeom>
          <a:gradFill>
            <a:gsLst>
              <a:gs pos="0">
                <a:srgbClr val="BFBFBF"/>
              </a:gs>
              <a:gs pos="100000">
                <a:srgbClr val="73737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chemeClr val="lt1"/>
                </a:solidFill>
              </a:rPr>
              <a:t>1. Light always travels in a straight line. </a:t>
            </a:r>
            <a:endParaRPr sz="2600">
              <a:solidFill>
                <a:schemeClr val="lt1"/>
              </a:solidFill>
            </a:endParaRPr>
          </a:p>
        </p:txBody>
      </p:sp>
      <p:sp>
        <p:nvSpPr>
          <p:cNvPr id="286" name="Google Shape;286;p27"/>
          <p:cNvSpPr/>
          <p:nvPr/>
        </p:nvSpPr>
        <p:spPr>
          <a:xfrm>
            <a:off x="11280375" y="2080275"/>
            <a:ext cx="4999200" cy="1014000"/>
          </a:xfrm>
          <a:prstGeom prst="roundRect">
            <a:avLst>
              <a:gd fmla="val 16667" name="adj"/>
            </a:avLst>
          </a:prstGeom>
          <a:gradFill>
            <a:gsLst>
              <a:gs pos="0">
                <a:srgbClr val="BFBFBF"/>
              </a:gs>
              <a:gs pos="100000">
                <a:srgbClr val="73737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chemeClr val="lt1"/>
                </a:solidFill>
              </a:rPr>
              <a:t>2. </a:t>
            </a:r>
            <a:r>
              <a:rPr lang="en" sz="2900">
                <a:solidFill>
                  <a:schemeClr val="lt1"/>
                </a:solidFill>
              </a:rPr>
              <a:t>Light passes through transparent materials. </a:t>
            </a:r>
            <a:r>
              <a:rPr lang="en" sz="2600">
                <a:solidFill>
                  <a:schemeClr val="lt1"/>
                </a:solidFill>
              </a:rPr>
              <a:t> </a:t>
            </a:r>
            <a:endParaRPr sz="26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28"/>
          <p:cNvPicPr preferRelativeResize="0"/>
          <p:nvPr/>
        </p:nvPicPr>
        <p:blipFill>
          <a:blip r:embed="rId3">
            <a:alphaModFix/>
          </a:blip>
          <a:stretch>
            <a:fillRect/>
          </a:stretch>
        </p:blipFill>
        <p:spPr>
          <a:xfrm>
            <a:off x="10983945" y="2278198"/>
            <a:ext cx="5344031" cy="3178550"/>
          </a:xfrm>
          <a:prstGeom prst="rect">
            <a:avLst/>
          </a:prstGeom>
          <a:noFill/>
          <a:ln>
            <a:noFill/>
          </a:ln>
        </p:spPr>
      </p:pic>
      <p:pic>
        <p:nvPicPr>
          <p:cNvPr id="292" name="Google Shape;292;p28"/>
          <p:cNvPicPr preferRelativeResize="0"/>
          <p:nvPr/>
        </p:nvPicPr>
        <p:blipFill>
          <a:blip r:embed="rId4">
            <a:alphaModFix/>
          </a:blip>
          <a:stretch>
            <a:fillRect/>
          </a:stretch>
        </p:blipFill>
        <p:spPr>
          <a:xfrm flipH="1">
            <a:off x="11614813" y="4433588"/>
            <a:ext cx="1312305" cy="874870"/>
          </a:xfrm>
          <a:prstGeom prst="rect">
            <a:avLst/>
          </a:prstGeom>
          <a:noFill/>
          <a:ln>
            <a:noFill/>
          </a:ln>
        </p:spPr>
      </p:pic>
      <p:sp>
        <p:nvSpPr>
          <p:cNvPr id="293" name="Google Shape;293;p28"/>
          <p:cNvSpPr/>
          <p:nvPr/>
        </p:nvSpPr>
        <p:spPr>
          <a:xfrm rot="231605">
            <a:off x="12355852" y="3542479"/>
            <a:ext cx="3525715" cy="1495986"/>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4650">
            <a:solidFill>
              <a:schemeClr val="lt1"/>
            </a:solidFill>
            <a:prstDash val="solid"/>
            <a:round/>
            <a:headEnd len="med" w="med" type="none"/>
            <a:tailEnd len="med" w="med" type="none"/>
          </a:ln>
        </p:spPr>
      </p:sp>
      <p:sp>
        <p:nvSpPr>
          <p:cNvPr id="294" name="Google Shape;294;p28"/>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Let's review what we have discovered about light. </a:t>
            </a:r>
            <a:endParaRPr sz="4455">
              <a:solidFill>
                <a:schemeClr val="dk2"/>
              </a:solidFill>
            </a:endParaRPr>
          </a:p>
        </p:txBody>
      </p:sp>
      <p:cxnSp>
        <p:nvCxnSpPr>
          <p:cNvPr id="295" name="Google Shape;295;p28"/>
          <p:cNvCxnSpPr/>
          <p:nvPr/>
        </p:nvCxnSpPr>
        <p:spPr>
          <a:xfrm flipH="1" rot="10800000">
            <a:off x="12412555" y="4505219"/>
            <a:ext cx="3311700" cy="305700"/>
          </a:xfrm>
          <a:prstGeom prst="straightConnector1">
            <a:avLst/>
          </a:prstGeom>
          <a:noFill/>
          <a:ln cap="flat" cmpd="sng" w="13950">
            <a:solidFill>
              <a:schemeClr val="dk1"/>
            </a:solidFill>
            <a:prstDash val="dash"/>
            <a:round/>
            <a:headEnd len="med" w="med" type="none"/>
            <a:tailEnd len="med" w="med" type="stealth"/>
          </a:ln>
        </p:spPr>
      </p:cxnSp>
      <p:pic>
        <p:nvPicPr>
          <p:cNvPr id="296" name="Google Shape;296;p28"/>
          <p:cNvPicPr preferRelativeResize="0"/>
          <p:nvPr/>
        </p:nvPicPr>
        <p:blipFill rotWithShape="1">
          <a:blip r:embed="rId5">
            <a:alphaModFix/>
          </a:blip>
          <a:srcRect b="8536" l="14820" r="14031" t="9153"/>
          <a:stretch/>
        </p:blipFill>
        <p:spPr>
          <a:xfrm>
            <a:off x="14180068" y="3590383"/>
            <a:ext cx="1047035" cy="1130577"/>
          </a:xfrm>
          <a:prstGeom prst="rect">
            <a:avLst/>
          </a:prstGeom>
          <a:noFill/>
          <a:ln>
            <a:noFill/>
          </a:ln>
        </p:spPr>
      </p:pic>
      <p:sp>
        <p:nvSpPr>
          <p:cNvPr id="297" name="Google Shape;297;p28"/>
          <p:cNvSpPr/>
          <p:nvPr/>
        </p:nvSpPr>
        <p:spPr>
          <a:xfrm>
            <a:off x="14242480" y="3673588"/>
            <a:ext cx="908400" cy="880200"/>
          </a:xfrm>
          <a:prstGeom prst="rect">
            <a:avLst/>
          </a:prstGeom>
          <a:solidFill>
            <a:srgbClr val="5B0F00"/>
          </a:solidFill>
          <a:ln cap="flat" cmpd="sng" w="3900">
            <a:solidFill>
              <a:schemeClr val="dk2"/>
            </a:solidFill>
            <a:prstDash val="solid"/>
            <a:round/>
            <a:headEnd len="sm" w="sm" type="none"/>
            <a:tailEnd len="sm" w="sm" type="none"/>
          </a:ln>
        </p:spPr>
        <p:txBody>
          <a:bodyPr anchorCtr="0" anchor="ctr" bIns="37525" lIns="37525" spcFirstLastPara="1" rIns="37525" wrap="square" tIns="37525">
            <a:noAutofit/>
          </a:bodyPr>
          <a:lstStyle/>
          <a:p>
            <a:pPr indent="0" lvl="0" marL="0" rtl="0" algn="ctr">
              <a:spcBef>
                <a:spcPts val="0"/>
              </a:spcBef>
              <a:spcAft>
                <a:spcPts val="0"/>
              </a:spcAft>
              <a:buNone/>
            </a:pPr>
            <a:r>
              <a:t/>
            </a:r>
            <a:endParaRPr sz="574"/>
          </a:p>
        </p:txBody>
      </p:sp>
      <p:sp>
        <p:nvSpPr>
          <p:cNvPr id="298" name="Google Shape;298;p28"/>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Tap next to explore the properties of light with more object.</a:t>
            </a:r>
            <a:endParaRPr b="0" i="0" sz="2800" u="none" cap="none" strike="noStrike">
              <a:solidFill>
                <a:srgbClr val="FFFFFF"/>
              </a:solidFill>
              <a:latin typeface="Arial"/>
              <a:ea typeface="Arial"/>
              <a:cs typeface="Arial"/>
              <a:sym typeface="Arial"/>
            </a:endParaRPr>
          </a:p>
        </p:txBody>
      </p:sp>
      <p:sp>
        <p:nvSpPr>
          <p:cNvPr id="299" name="Google Shape;299;p28"/>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0" name="Google Shape;300;p28"/>
          <p:cNvPicPr preferRelativeResize="0"/>
          <p:nvPr/>
        </p:nvPicPr>
        <p:blipFill>
          <a:blip r:embed="rId3">
            <a:alphaModFix/>
          </a:blip>
          <a:stretch>
            <a:fillRect/>
          </a:stretch>
        </p:blipFill>
        <p:spPr>
          <a:xfrm>
            <a:off x="5483830" y="2317934"/>
            <a:ext cx="5210422" cy="3099077"/>
          </a:xfrm>
          <a:prstGeom prst="rect">
            <a:avLst/>
          </a:prstGeom>
          <a:noFill/>
          <a:ln>
            <a:noFill/>
          </a:ln>
        </p:spPr>
      </p:pic>
      <p:pic>
        <p:nvPicPr>
          <p:cNvPr id="301" name="Google Shape;301;p28"/>
          <p:cNvPicPr preferRelativeResize="0"/>
          <p:nvPr/>
        </p:nvPicPr>
        <p:blipFill>
          <a:blip r:embed="rId4">
            <a:alphaModFix/>
          </a:blip>
          <a:stretch>
            <a:fillRect/>
          </a:stretch>
        </p:blipFill>
        <p:spPr>
          <a:xfrm flipH="1">
            <a:off x="6098924" y="4419434"/>
            <a:ext cx="1279496" cy="852997"/>
          </a:xfrm>
          <a:prstGeom prst="rect">
            <a:avLst/>
          </a:prstGeom>
          <a:noFill/>
          <a:ln>
            <a:noFill/>
          </a:ln>
        </p:spPr>
      </p:pic>
      <p:sp>
        <p:nvSpPr>
          <p:cNvPr id="302" name="Google Shape;302;p28"/>
          <p:cNvSpPr/>
          <p:nvPr/>
        </p:nvSpPr>
        <p:spPr>
          <a:xfrm rot="232541">
            <a:off x="6821219" y="3551033"/>
            <a:ext cx="3436840" cy="1458276"/>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4550">
            <a:solidFill>
              <a:schemeClr val="lt1"/>
            </a:solidFill>
            <a:prstDash val="solid"/>
            <a:round/>
            <a:headEnd len="med" w="med" type="none"/>
            <a:tailEnd len="med" w="med" type="none"/>
          </a:ln>
        </p:spPr>
      </p:sp>
      <p:cxnSp>
        <p:nvCxnSpPr>
          <p:cNvPr id="303" name="Google Shape;303;p28"/>
          <p:cNvCxnSpPr/>
          <p:nvPr/>
        </p:nvCxnSpPr>
        <p:spPr>
          <a:xfrm flipH="1" rot="10800000">
            <a:off x="6876722" y="4489430"/>
            <a:ext cx="3228600" cy="297900"/>
          </a:xfrm>
          <a:prstGeom prst="straightConnector1">
            <a:avLst/>
          </a:prstGeom>
          <a:noFill/>
          <a:ln cap="flat" cmpd="sng" w="13650">
            <a:solidFill>
              <a:schemeClr val="dk1"/>
            </a:solidFill>
            <a:prstDash val="dash"/>
            <a:round/>
            <a:headEnd len="med" w="med" type="none"/>
            <a:tailEnd len="med" w="med" type="stealth"/>
          </a:ln>
        </p:spPr>
      </p:cxnSp>
      <p:pic>
        <p:nvPicPr>
          <p:cNvPr id="304" name="Google Shape;304;p28"/>
          <p:cNvPicPr preferRelativeResize="0"/>
          <p:nvPr/>
        </p:nvPicPr>
        <p:blipFill rotWithShape="1">
          <a:blip r:embed="rId5">
            <a:alphaModFix/>
          </a:blip>
          <a:srcRect b="8536" l="14820" r="14031" t="9153"/>
          <a:stretch/>
        </p:blipFill>
        <p:spPr>
          <a:xfrm>
            <a:off x="8600045" y="3597311"/>
            <a:ext cx="1020856" cy="1102307"/>
          </a:xfrm>
          <a:prstGeom prst="rect">
            <a:avLst/>
          </a:prstGeom>
          <a:noFill/>
          <a:ln>
            <a:noFill/>
          </a:ln>
        </p:spPr>
      </p:pic>
      <p:sp>
        <p:nvSpPr>
          <p:cNvPr id="305" name="Google Shape;305;p28"/>
          <p:cNvSpPr/>
          <p:nvPr/>
        </p:nvSpPr>
        <p:spPr>
          <a:xfrm>
            <a:off x="8660897" y="3678436"/>
            <a:ext cx="885600" cy="858300"/>
          </a:xfrm>
          <a:prstGeom prst="rect">
            <a:avLst/>
          </a:prstGeom>
          <a:solidFill>
            <a:schemeClr val="lt1"/>
          </a:solidFill>
          <a:ln cap="flat" cmpd="sng" w="3800">
            <a:solidFill>
              <a:schemeClr val="dk2"/>
            </a:solidFill>
            <a:prstDash val="solid"/>
            <a:round/>
            <a:headEnd len="sm" w="sm" type="none"/>
            <a:tailEnd len="sm" w="sm" type="none"/>
          </a:ln>
        </p:spPr>
        <p:txBody>
          <a:bodyPr anchorCtr="0" anchor="ctr" bIns="36600" lIns="36600" spcFirstLastPara="1" rIns="36600" wrap="square" tIns="36600">
            <a:noAutofit/>
          </a:bodyPr>
          <a:lstStyle/>
          <a:p>
            <a:pPr indent="0" lvl="0" marL="0" rtl="0" algn="ctr">
              <a:spcBef>
                <a:spcPts val="0"/>
              </a:spcBef>
              <a:spcAft>
                <a:spcPts val="0"/>
              </a:spcAft>
              <a:buNone/>
            </a:pPr>
            <a:r>
              <a:t/>
            </a:r>
            <a:endParaRPr sz="560"/>
          </a:p>
        </p:txBody>
      </p:sp>
      <p:pic>
        <p:nvPicPr>
          <p:cNvPr id="306" name="Google Shape;306;p28"/>
          <p:cNvPicPr preferRelativeResize="0"/>
          <p:nvPr/>
        </p:nvPicPr>
        <p:blipFill rotWithShape="1">
          <a:blip r:embed="rId5">
            <a:alphaModFix/>
          </a:blip>
          <a:srcRect b="8536" l="14820" r="14031" t="9153"/>
          <a:stretch/>
        </p:blipFill>
        <p:spPr>
          <a:xfrm>
            <a:off x="7578618" y="3830974"/>
            <a:ext cx="1020856" cy="1102307"/>
          </a:xfrm>
          <a:prstGeom prst="rect">
            <a:avLst/>
          </a:prstGeom>
          <a:noFill/>
          <a:ln>
            <a:noFill/>
          </a:ln>
        </p:spPr>
      </p:pic>
      <p:sp>
        <p:nvSpPr>
          <p:cNvPr id="307" name="Google Shape;307;p28"/>
          <p:cNvSpPr/>
          <p:nvPr/>
        </p:nvSpPr>
        <p:spPr>
          <a:xfrm>
            <a:off x="7639469" y="3912099"/>
            <a:ext cx="885600" cy="858300"/>
          </a:xfrm>
          <a:prstGeom prst="rect">
            <a:avLst/>
          </a:prstGeom>
          <a:solidFill>
            <a:schemeClr val="lt1"/>
          </a:solidFill>
          <a:ln cap="flat" cmpd="sng" w="3800">
            <a:solidFill>
              <a:schemeClr val="dk2"/>
            </a:solidFill>
            <a:prstDash val="solid"/>
            <a:round/>
            <a:headEnd len="sm" w="sm" type="none"/>
            <a:tailEnd len="sm" w="sm" type="none"/>
          </a:ln>
        </p:spPr>
        <p:txBody>
          <a:bodyPr anchorCtr="0" anchor="ctr" bIns="36600" lIns="36600" spcFirstLastPara="1" rIns="36600" wrap="square" tIns="36600">
            <a:noAutofit/>
          </a:bodyPr>
          <a:lstStyle/>
          <a:p>
            <a:pPr indent="0" lvl="0" marL="0" rtl="0" algn="ctr">
              <a:spcBef>
                <a:spcPts val="0"/>
              </a:spcBef>
              <a:spcAft>
                <a:spcPts val="0"/>
              </a:spcAft>
              <a:buNone/>
            </a:pPr>
            <a:r>
              <a:t/>
            </a:r>
            <a:endParaRPr sz="560"/>
          </a:p>
        </p:txBody>
      </p:sp>
      <p:pic>
        <p:nvPicPr>
          <p:cNvPr id="308" name="Google Shape;308;p28"/>
          <p:cNvPicPr preferRelativeResize="0"/>
          <p:nvPr/>
        </p:nvPicPr>
        <p:blipFill>
          <a:blip r:embed="rId3">
            <a:alphaModFix/>
          </a:blip>
          <a:stretch>
            <a:fillRect/>
          </a:stretch>
        </p:blipFill>
        <p:spPr>
          <a:xfrm>
            <a:off x="284224" y="2352652"/>
            <a:ext cx="4992590" cy="2969541"/>
          </a:xfrm>
          <a:prstGeom prst="rect">
            <a:avLst/>
          </a:prstGeom>
          <a:noFill/>
          <a:ln>
            <a:noFill/>
          </a:ln>
        </p:spPr>
      </p:pic>
      <p:pic>
        <p:nvPicPr>
          <p:cNvPr id="309" name="Google Shape;309;p28"/>
          <p:cNvPicPr preferRelativeResize="0"/>
          <p:nvPr/>
        </p:nvPicPr>
        <p:blipFill>
          <a:blip r:embed="rId4">
            <a:alphaModFix/>
          </a:blip>
          <a:stretch>
            <a:fillRect/>
          </a:stretch>
        </p:blipFill>
        <p:spPr>
          <a:xfrm flipH="1">
            <a:off x="873598" y="4366311"/>
            <a:ext cx="1226008" cy="817339"/>
          </a:xfrm>
          <a:prstGeom prst="rect">
            <a:avLst/>
          </a:prstGeom>
          <a:noFill/>
          <a:ln>
            <a:noFill/>
          </a:ln>
        </p:spPr>
      </p:pic>
      <p:sp>
        <p:nvSpPr>
          <p:cNvPr id="310" name="Google Shape;310;p28"/>
          <p:cNvSpPr/>
          <p:nvPr/>
        </p:nvSpPr>
        <p:spPr>
          <a:xfrm rot="232801">
            <a:off x="1565620" y="3534371"/>
            <a:ext cx="3294409" cy="1397841"/>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4375">
            <a:solidFill>
              <a:schemeClr val="lt1"/>
            </a:solidFill>
            <a:prstDash val="solid"/>
            <a:round/>
            <a:headEnd len="med" w="med" type="none"/>
            <a:tailEnd len="med" w="med" type="none"/>
          </a:ln>
        </p:spPr>
      </p:sp>
      <p:cxnSp>
        <p:nvCxnSpPr>
          <p:cNvPr id="311" name="Google Shape;311;p28"/>
          <p:cNvCxnSpPr/>
          <p:nvPr/>
        </p:nvCxnSpPr>
        <p:spPr>
          <a:xfrm flipH="1" rot="10800000">
            <a:off x="1618883" y="4433230"/>
            <a:ext cx="3094200" cy="285600"/>
          </a:xfrm>
          <a:prstGeom prst="straightConnector1">
            <a:avLst/>
          </a:prstGeom>
          <a:noFill/>
          <a:ln cap="flat" cmpd="sng" w="13075">
            <a:solidFill>
              <a:schemeClr val="dk1"/>
            </a:solidFill>
            <a:prstDash val="dash"/>
            <a:round/>
            <a:headEnd len="med" w="med" type="none"/>
            <a:tailEnd len="med" w="med" type="stealth"/>
          </a:ln>
        </p:spPr>
      </p:cxnSp>
      <p:sp>
        <p:nvSpPr>
          <p:cNvPr id="312" name="Google Shape;312;p28"/>
          <p:cNvSpPr/>
          <p:nvPr/>
        </p:nvSpPr>
        <p:spPr>
          <a:xfrm>
            <a:off x="416125" y="5389151"/>
            <a:ext cx="4622700" cy="1258200"/>
          </a:xfrm>
          <a:prstGeom prst="roundRect">
            <a:avLst>
              <a:gd fmla="val 16667" name="adj"/>
            </a:avLst>
          </a:prstGeom>
          <a:gradFill>
            <a:gsLst>
              <a:gs pos="0">
                <a:srgbClr val="51AB2A"/>
              </a:gs>
              <a:gs pos="100000">
                <a:srgbClr val="203E1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lt1"/>
                </a:solidFill>
              </a:rPr>
              <a:t>1. Light always travels in a straight line. </a:t>
            </a:r>
            <a:endParaRPr sz="2600">
              <a:solidFill>
                <a:schemeClr val="lt1"/>
              </a:solidFill>
            </a:endParaRPr>
          </a:p>
        </p:txBody>
      </p:sp>
      <p:sp>
        <p:nvSpPr>
          <p:cNvPr id="313" name="Google Shape;313;p28"/>
          <p:cNvSpPr/>
          <p:nvPr/>
        </p:nvSpPr>
        <p:spPr>
          <a:xfrm>
            <a:off x="5582675" y="5456425"/>
            <a:ext cx="4999200" cy="1258200"/>
          </a:xfrm>
          <a:prstGeom prst="roundRect">
            <a:avLst>
              <a:gd fmla="val 16667" name="adj"/>
            </a:avLst>
          </a:prstGeom>
          <a:gradFill>
            <a:gsLst>
              <a:gs pos="0">
                <a:srgbClr val="51AB2A"/>
              </a:gs>
              <a:gs pos="100000">
                <a:srgbClr val="203E1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lt1"/>
                </a:solidFill>
              </a:rPr>
              <a:t>2. Light passes through transparent materials. </a:t>
            </a:r>
            <a:endParaRPr sz="2900">
              <a:solidFill>
                <a:schemeClr val="lt1"/>
              </a:solidFill>
            </a:endParaRPr>
          </a:p>
        </p:txBody>
      </p:sp>
      <p:sp>
        <p:nvSpPr>
          <p:cNvPr id="314" name="Google Shape;314;p28"/>
          <p:cNvSpPr/>
          <p:nvPr/>
        </p:nvSpPr>
        <p:spPr>
          <a:xfrm>
            <a:off x="11125725" y="5514747"/>
            <a:ext cx="4999200" cy="1200000"/>
          </a:xfrm>
          <a:prstGeom prst="roundRect">
            <a:avLst>
              <a:gd fmla="val 16667" name="adj"/>
            </a:avLst>
          </a:prstGeom>
          <a:gradFill>
            <a:gsLst>
              <a:gs pos="0">
                <a:srgbClr val="51AB2A"/>
              </a:gs>
              <a:gs pos="100000">
                <a:srgbClr val="203E1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chemeClr val="lt1"/>
                </a:solidFill>
              </a:rPr>
              <a:t>3. </a:t>
            </a:r>
            <a:r>
              <a:rPr lang="en" sz="2600">
                <a:solidFill>
                  <a:schemeClr val="lt1"/>
                </a:solidFill>
              </a:rPr>
              <a:t>A shadow is formed when an opaque object blocks the path of light. </a:t>
            </a:r>
            <a:endParaRPr sz="2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9"/>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Place each material in the light beam and compare how much light passes through it. </a:t>
            </a:r>
            <a:endParaRPr b="0" i="0" sz="2800" u="none" cap="none" strike="noStrike">
              <a:solidFill>
                <a:srgbClr val="FFFFFF"/>
              </a:solidFill>
              <a:latin typeface="Arial"/>
              <a:ea typeface="Arial"/>
              <a:cs typeface="Arial"/>
              <a:sym typeface="Arial"/>
            </a:endParaRPr>
          </a:p>
        </p:txBody>
      </p:sp>
      <p:pic>
        <p:nvPicPr>
          <p:cNvPr id="320" name="Google Shape;320;p29"/>
          <p:cNvPicPr preferRelativeResize="0"/>
          <p:nvPr/>
        </p:nvPicPr>
        <p:blipFill>
          <a:blip r:embed="rId3">
            <a:alphaModFix/>
          </a:blip>
          <a:stretch>
            <a:fillRect/>
          </a:stretch>
        </p:blipFill>
        <p:spPr>
          <a:xfrm>
            <a:off x="152400" y="852300"/>
            <a:ext cx="10934701" cy="6503851"/>
          </a:xfrm>
          <a:prstGeom prst="rect">
            <a:avLst/>
          </a:prstGeom>
          <a:noFill/>
          <a:ln>
            <a:noFill/>
          </a:ln>
        </p:spPr>
      </p:pic>
      <p:pic>
        <p:nvPicPr>
          <p:cNvPr id="321" name="Google Shape;321;p29"/>
          <p:cNvPicPr preferRelativeResize="0"/>
          <p:nvPr/>
        </p:nvPicPr>
        <p:blipFill>
          <a:blip r:embed="rId4">
            <a:alphaModFix/>
          </a:blip>
          <a:stretch>
            <a:fillRect/>
          </a:stretch>
        </p:blipFill>
        <p:spPr>
          <a:xfrm flipH="1">
            <a:off x="1443214" y="5262593"/>
            <a:ext cx="2685208" cy="1790139"/>
          </a:xfrm>
          <a:prstGeom prst="rect">
            <a:avLst/>
          </a:prstGeom>
          <a:noFill/>
          <a:ln>
            <a:noFill/>
          </a:ln>
        </p:spPr>
      </p:pic>
      <p:sp>
        <p:nvSpPr>
          <p:cNvPr id="322" name="Google Shape;322;p29"/>
          <p:cNvSpPr/>
          <p:nvPr/>
        </p:nvSpPr>
        <p:spPr>
          <a:xfrm rot="232572">
            <a:off x="2959028" y="3440217"/>
            <a:ext cx="7214260" cy="3061062"/>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9525">
            <a:solidFill>
              <a:schemeClr val="lt1"/>
            </a:solidFill>
            <a:prstDash val="solid"/>
            <a:round/>
            <a:headEnd len="med" w="med" type="none"/>
            <a:tailEnd len="med" w="med" type="none"/>
          </a:ln>
        </p:spPr>
      </p:sp>
      <p:sp>
        <p:nvSpPr>
          <p:cNvPr id="323" name="Google Shape;323;p29"/>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Which material lets the most light pass?  </a:t>
            </a:r>
            <a:endParaRPr sz="3000">
              <a:solidFill>
                <a:schemeClr val="dk2"/>
              </a:solidFill>
            </a:endParaRPr>
          </a:p>
        </p:txBody>
      </p:sp>
      <p:cxnSp>
        <p:nvCxnSpPr>
          <p:cNvPr id="324" name="Google Shape;324;p29"/>
          <p:cNvCxnSpPr/>
          <p:nvPr/>
        </p:nvCxnSpPr>
        <p:spPr>
          <a:xfrm flipH="1" rot="10800000">
            <a:off x="3075550" y="5409475"/>
            <a:ext cx="6776400" cy="625200"/>
          </a:xfrm>
          <a:prstGeom prst="straightConnector1">
            <a:avLst/>
          </a:prstGeom>
          <a:noFill/>
          <a:ln cap="flat" cmpd="sng" w="28575">
            <a:solidFill>
              <a:schemeClr val="dk1"/>
            </a:solidFill>
            <a:prstDash val="dash"/>
            <a:round/>
            <a:headEnd len="med" w="med" type="none"/>
            <a:tailEnd len="med" w="med" type="stealth"/>
          </a:ln>
        </p:spPr>
      </p:cxnSp>
      <p:sp>
        <p:nvSpPr>
          <p:cNvPr id="325" name="Google Shape;325;p29"/>
          <p:cNvSpPr/>
          <p:nvPr/>
        </p:nvSpPr>
        <p:spPr>
          <a:xfrm rot="5400000">
            <a:off x="5475775" y="5358790"/>
            <a:ext cx="1081500" cy="422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29"/>
          <p:cNvSpPr txBox="1"/>
          <p:nvPr/>
        </p:nvSpPr>
        <p:spPr>
          <a:xfrm>
            <a:off x="11254450" y="4827021"/>
            <a:ext cx="4173900" cy="17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55">
                <a:solidFill>
                  <a:srgbClr val="FF00FF"/>
                </a:solidFill>
              </a:rPr>
              <a:t>Pulsate the area to place the objects.</a:t>
            </a:r>
            <a:endParaRPr sz="1855">
              <a:solidFill>
                <a:srgbClr val="FF00FF"/>
              </a:solidFill>
            </a:endParaRPr>
          </a:p>
          <a:p>
            <a:pPr indent="0" lvl="0" marL="0" rtl="0" algn="l">
              <a:spcBef>
                <a:spcPts val="0"/>
              </a:spcBef>
              <a:spcAft>
                <a:spcPts val="0"/>
              </a:spcAft>
              <a:buClr>
                <a:schemeClr val="dk1"/>
              </a:buClr>
              <a:buSzPts val="1100"/>
              <a:buFont typeface="Arial"/>
              <a:buNone/>
            </a:pPr>
            <a:r>
              <a:rPr lang="en" sz="1855">
                <a:solidFill>
                  <a:srgbClr val="FF00FF"/>
                </a:solidFill>
              </a:rPr>
              <a:t>display three materials: clear glass, butter paper, and a wooden board.</a:t>
            </a:r>
            <a:endParaRPr sz="1855">
              <a:solidFill>
                <a:srgbClr val="FF00FF"/>
              </a:solidFill>
            </a:endParaRPr>
          </a:p>
          <a:p>
            <a:pPr indent="0" lvl="0" marL="0" rtl="0" algn="l">
              <a:spcBef>
                <a:spcPts val="0"/>
              </a:spcBef>
              <a:spcAft>
                <a:spcPts val="0"/>
              </a:spcAft>
              <a:buClr>
                <a:schemeClr val="dk1"/>
              </a:buClr>
              <a:buSzPts val="1100"/>
              <a:buFont typeface="Arial"/>
              <a:buNone/>
            </a:pPr>
            <a:r>
              <a:rPr lang="en" sz="1855">
                <a:solidFill>
                  <a:srgbClr val="FF00FF"/>
                </a:solidFill>
              </a:rPr>
              <a:t>Allow students to place each material in front of the flashlight and observe how much light passes through it.</a:t>
            </a:r>
            <a:endParaRPr sz="1855">
              <a:solidFill>
                <a:srgbClr val="FF00FF"/>
              </a:solidFill>
            </a:endParaRPr>
          </a:p>
          <a:p>
            <a:pPr indent="0" lvl="0" marL="0" rtl="0" algn="l">
              <a:spcBef>
                <a:spcPts val="0"/>
              </a:spcBef>
              <a:spcAft>
                <a:spcPts val="0"/>
              </a:spcAft>
              <a:buNone/>
            </a:pPr>
            <a:r>
              <a:t/>
            </a:r>
            <a:endParaRPr sz="1855">
              <a:solidFill>
                <a:schemeClr val="dk2"/>
              </a:solidFill>
            </a:endParaRPr>
          </a:p>
        </p:txBody>
      </p:sp>
      <p:pic>
        <p:nvPicPr>
          <p:cNvPr id="327" name="Google Shape;327;p29"/>
          <p:cNvPicPr preferRelativeResize="0"/>
          <p:nvPr/>
        </p:nvPicPr>
        <p:blipFill rotWithShape="1">
          <a:blip r:embed="rId5">
            <a:alphaModFix/>
          </a:blip>
          <a:srcRect b="54141" l="9287" r="70006" t="7659"/>
          <a:stretch/>
        </p:blipFill>
        <p:spPr>
          <a:xfrm>
            <a:off x="11338925" y="931303"/>
            <a:ext cx="1689850" cy="2078249"/>
          </a:xfrm>
          <a:prstGeom prst="rect">
            <a:avLst/>
          </a:prstGeom>
          <a:noFill/>
          <a:ln>
            <a:noFill/>
          </a:ln>
        </p:spPr>
      </p:pic>
      <p:pic>
        <p:nvPicPr>
          <p:cNvPr id="328" name="Google Shape;328;p29"/>
          <p:cNvPicPr preferRelativeResize="0"/>
          <p:nvPr/>
        </p:nvPicPr>
        <p:blipFill rotWithShape="1">
          <a:blip r:embed="rId5">
            <a:alphaModFix/>
          </a:blip>
          <a:srcRect b="20292" l="9878" r="66776" t="54934"/>
          <a:stretch/>
        </p:blipFill>
        <p:spPr>
          <a:xfrm>
            <a:off x="13907500" y="1151128"/>
            <a:ext cx="1892652" cy="1339000"/>
          </a:xfrm>
          <a:prstGeom prst="rect">
            <a:avLst/>
          </a:prstGeom>
          <a:noFill/>
          <a:ln>
            <a:noFill/>
          </a:ln>
        </p:spPr>
      </p:pic>
      <p:pic>
        <p:nvPicPr>
          <p:cNvPr id="329" name="Google Shape;329;p29"/>
          <p:cNvPicPr preferRelativeResize="0"/>
          <p:nvPr/>
        </p:nvPicPr>
        <p:blipFill rotWithShape="1">
          <a:blip r:embed="rId6">
            <a:alphaModFix/>
          </a:blip>
          <a:srcRect b="7141" l="15174" r="12842" t="0"/>
          <a:stretch/>
        </p:blipFill>
        <p:spPr>
          <a:xfrm>
            <a:off x="12758962" y="2619450"/>
            <a:ext cx="2026724" cy="2078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30"/>
          <p:cNvPicPr preferRelativeResize="0"/>
          <p:nvPr/>
        </p:nvPicPr>
        <p:blipFill>
          <a:blip r:embed="rId3">
            <a:alphaModFix/>
          </a:blip>
          <a:stretch>
            <a:fillRect/>
          </a:stretch>
        </p:blipFill>
        <p:spPr>
          <a:xfrm>
            <a:off x="152400" y="852300"/>
            <a:ext cx="10934701" cy="6503851"/>
          </a:xfrm>
          <a:prstGeom prst="rect">
            <a:avLst/>
          </a:prstGeom>
          <a:noFill/>
          <a:ln>
            <a:noFill/>
          </a:ln>
        </p:spPr>
      </p:pic>
      <p:pic>
        <p:nvPicPr>
          <p:cNvPr id="335" name="Google Shape;335;p30"/>
          <p:cNvPicPr preferRelativeResize="0"/>
          <p:nvPr/>
        </p:nvPicPr>
        <p:blipFill>
          <a:blip r:embed="rId4">
            <a:alphaModFix/>
          </a:blip>
          <a:stretch>
            <a:fillRect/>
          </a:stretch>
        </p:blipFill>
        <p:spPr>
          <a:xfrm flipH="1">
            <a:off x="1443214" y="5262593"/>
            <a:ext cx="2685208" cy="1790139"/>
          </a:xfrm>
          <a:prstGeom prst="rect">
            <a:avLst/>
          </a:prstGeom>
          <a:noFill/>
          <a:ln>
            <a:noFill/>
          </a:ln>
        </p:spPr>
      </p:pic>
      <p:sp>
        <p:nvSpPr>
          <p:cNvPr id="336" name="Google Shape;336;p30"/>
          <p:cNvSpPr/>
          <p:nvPr/>
        </p:nvSpPr>
        <p:spPr>
          <a:xfrm rot="232572">
            <a:off x="2959028" y="3440217"/>
            <a:ext cx="7214260" cy="3061062"/>
          </a:xfrm>
          <a:custGeom>
            <a:rect b="b" l="l" r="r" t="t"/>
            <a:pathLst>
              <a:path extrusionOk="0" h="122444" w="288574">
                <a:moveTo>
                  <a:pt x="0" y="103985"/>
                </a:moveTo>
                <a:lnTo>
                  <a:pt x="11690" y="122444"/>
                </a:lnTo>
                <a:lnTo>
                  <a:pt x="288574" y="79989"/>
                </a:lnTo>
                <a:lnTo>
                  <a:pt x="268885" y="0"/>
                </a:lnTo>
                <a:close/>
              </a:path>
            </a:pathLst>
          </a:custGeom>
          <a:solidFill>
            <a:srgbClr val="EEEEEE">
              <a:alpha val="35440"/>
            </a:srgbClr>
          </a:solidFill>
          <a:ln cap="flat" cmpd="sng" w="9525">
            <a:solidFill>
              <a:schemeClr val="lt1"/>
            </a:solidFill>
            <a:prstDash val="solid"/>
            <a:round/>
            <a:headEnd len="med" w="med" type="none"/>
            <a:tailEnd len="med" w="med" type="none"/>
          </a:ln>
        </p:spPr>
      </p:sp>
      <p:cxnSp>
        <p:nvCxnSpPr>
          <p:cNvPr id="337" name="Google Shape;337;p30"/>
          <p:cNvCxnSpPr/>
          <p:nvPr/>
        </p:nvCxnSpPr>
        <p:spPr>
          <a:xfrm flipH="1" rot="10800000">
            <a:off x="3075550" y="5409475"/>
            <a:ext cx="6776400" cy="625200"/>
          </a:xfrm>
          <a:prstGeom prst="straightConnector1">
            <a:avLst/>
          </a:prstGeom>
          <a:noFill/>
          <a:ln cap="flat" cmpd="sng" w="28575">
            <a:solidFill>
              <a:schemeClr val="dk1"/>
            </a:solidFill>
            <a:prstDash val="dash"/>
            <a:round/>
            <a:headEnd len="med" w="med" type="none"/>
            <a:tailEnd len="med" w="med" type="stealth"/>
          </a:ln>
        </p:spPr>
      </p:cxnSp>
      <p:pic>
        <p:nvPicPr>
          <p:cNvPr id="338" name="Google Shape;338;p30"/>
          <p:cNvPicPr preferRelativeResize="0"/>
          <p:nvPr/>
        </p:nvPicPr>
        <p:blipFill rotWithShape="1">
          <a:blip r:embed="rId5">
            <a:alphaModFix/>
          </a:blip>
          <a:srcRect b="54141" l="9287" r="70006" t="7659"/>
          <a:stretch/>
        </p:blipFill>
        <p:spPr>
          <a:xfrm>
            <a:off x="11338925" y="931303"/>
            <a:ext cx="1689850" cy="2078249"/>
          </a:xfrm>
          <a:prstGeom prst="rect">
            <a:avLst/>
          </a:prstGeom>
          <a:noFill/>
          <a:ln>
            <a:noFill/>
          </a:ln>
        </p:spPr>
      </p:pic>
      <p:pic>
        <p:nvPicPr>
          <p:cNvPr id="339" name="Google Shape;339;p30"/>
          <p:cNvPicPr preferRelativeResize="0"/>
          <p:nvPr/>
        </p:nvPicPr>
        <p:blipFill rotWithShape="1">
          <a:blip r:embed="rId5">
            <a:alphaModFix/>
          </a:blip>
          <a:srcRect b="20292" l="9878" r="66776" t="54934"/>
          <a:stretch/>
        </p:blipFill>
        <p:spPr>
          <a:xfrm>
            <a:off x="13907500" y="1151128"/>
            <a:ext cx="1892652" cy="1339000"/>
          </a:xfrm>
          <a:prstGeom prst="rect">
            <a:avLst/>
          </a:prstGeom>
          <a:noFill/>
          <a:ln>
            <a:noFill/>
          </a:ln>
        </p:spPr>
      </p:pic>
      <p:pic>
        <p:nvPicPr>
          <p:cNvPr id="340" name="Google Shape;340;p30"/>
          <p:cNvPicPr preferRelativeResize="0"/>
          <p:nvPr/>
        </p:nvPicPr>
        <p:blipFill rotWithShape="1">
          <a:blip r:embed="rId5">
            <a:alphaModFix/>
          </a:blip>
          <a:srcRect b="54141" l="9287" r="70006" t="7659"/>
          <a:stretch/>
        </p:blipFill>
        <p:spPr>
          <a:xfrm>
            <a:off x="5062100" y="4538878"/>
            <a:ext cx="1689850" cy="2078249"/>
          </a:xfrm>
          <a:prstGeom prst="rect">
            <a:avLst/>
          </a:prstGeom>
          <a:noFill/>
          <a:ln>
            <a:noFill/>
          </a:ln>
        </p:spPr>
      </p:pic>
      <p:sp>
        <p:nvSpPr>
          <p:cNvPr id="341" name="Google Shape;341;p30"/>
          <p:cNvSpPr/>
          <p:nvPr/>
        </p:nvSpPr>
        <p:spPr>
          <a:xfrm>
            <a:off x="4372950" y="3698625"/>
            <a:ext cx="2454000" cy="625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Transparent</a:t>
            </a:r>
            <a:r>
              <a:rPr lang="en" sz="2000"/>
              <a:t> object</a:t>
            </a:r>
            <a:endParaRPr sz="2000"/>
          </a:p>
        </p:txBody>
      </p:sp>
      <p:sp>
        <p:nvSpPr>
          <p:cNvPr id="342" name="Google Shape;342;p30"/>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3" name="Google Shape;343;p30"/>
          <p:cNvPicPr preferRelativeResize="0"/>
          <p:nvPr/>
        </p:nvPicPr>
        <p:blipFill rotWithShape="1">
          <a:blip r:embed="rId6">
            <a:alphaModFix/>
          </a:blip>
          <a:srcRect b="7141" l="15174" r="12842" t="0"/>
          <a:stretch/>
        </p:blipFill>
        <p:spPr>
          <a:xfrm>
            <a:off x="12758962" y="2619450"/>
            <a:ext cx="2026724" cy="2078250"/>
          </a:xfrm>
          <a:prstGeom prst="rect">
            <a:avLst/>
          </a:prstGeom>
          <a:noFill/>
          <a:ln>
            <a:noFill/>
          </a:ln>
        </p:spPr>
      </p:pic>
      <p:sp>
        <p:nvSpPr>
          <p:cNvPr id="344" name="Google Shape;344;p30"/>
          <p:cNvSpPr/>
          <p:nvPr/>
        </p:nvSpPr>
        <p:spPr>
          <a:xfrm>
            <a:off x="11522475" y="5206650"/>
            <a:ext cx="4818600" cy="2229600"/>
          </a:xfrm>
          <a:prstGeom prst="roundRect">
            <a:avLst>
              <a:gd fmla="val 16667" name="adj"/>
            </a:avLst>
          </a:prstGeom>
          <a:gradFill>
            <a:gsLst>
              <a:gs pos="0">
                <a:srgbClr val="295FB7">
                  <a:alpha val="22150"/>
                </a:srgbClr>
              </a:gs>
              <a:gs pos="100000">
                <a:srgbClr val="152949">
                  <a:alpha val="22150"/>
                </a:srgbClr>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400">
                <a:solidFill>
                  <a:schemeClr val="lt1"/>
                </a:solidFill>
              </a:rPr>
              <a:t>Light passes through transparent materials, passes partly through translucent materials, and does not pass through opaque materials.</a:t>
            </a:r>
            <a:endParaRPr sz="3300">
              <a:solidFill>
                <a:schemeClr val="lt1"/>
              </a:solidFill>
            </a:endParaRPr>
          </a:p>
        </p:txBody>
      </p:sp>
      <p:sp>
        <p:nvSpPr>
          <p:cNvPr id="345" name="Google Shape;345;p30"/>
          <p:cNvSpPr txBox="1"/>
          <p:nvPr/>
        </p:nvSpPr>
        <p:spPr>
          <a:xfrm>
            <a:off x="12691150" y="3093757"/>
            <a:ext cx="4173900" cy="179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855">
                <a:solidFill>
                  <a:srgbClr val="FF00FF"/>
                </a:solidFill>
              </a:rPr>
              <a:t>Glass – Light passes. —Transparent </a:t>
            </a:r>
            <a:endParaRPr sz="1855">
              <a:solidFill>
                <a:srgbClr val="FF00FF"/>
              </a:solidFill>
            </a:endParaRPr>
          </a:p>
          <a:p>
            <a:pPr indent="0" lvl="0" marL="0" rtl="0" algn="l">
              <a:lnSpc>
                <a:spcPct val="115000"/>
              </a:lnSpc>
              <a:spcBef>
                <a:spcPts val="1200"/>
              </a:spcBef>
              <a:spcAft>
                <a:spcPts val="0"/>
              </a:spcAft>
              <a:buNone/>
            </a:pPr>
            <a:r>
              <a:rPr lang="en" sz="1855">
                <a:solidFill>
                  <a:srgbClr val="FF00FF"/>
                </a:solidFill>
              </a:rPr>
              <a:t>Butter paper - Some light. –Translucent </a:t>
            </a:r>
            <a:endParaRPr sz="1855">
              <a:solidFill>
                <a:srgbClr val="FF00FF"/>
              </a:solidFill>
            </a:endParaRPr>
          </a:p>
          <a:p>
            <a:pPr indent="0" lvl="0" marL="0" rtl="0" algn="l">
              <a:lnSpc>
                <a:spcPct val="115000"/>
              </a:lnSpc>
              <a:spcBef>
                <a:spcPts val="1200"/>
              </a:spcBef>
              <a:spcAft>
                <a:spcPts val="0"/>
              </a:spcAft>
              <a:buNone/>
            </a:pPr>
            <a:r>
              <a:rPr lang="en" sz="1855">
                <a:solidFill>
                  <a:srgbClr val="FF00FF"/>
                </a:solidFill>
              </a:rPr>
              <a:t>Wood -  No light. — Opaque </a:t>
            </a:r>
            <a:endParaRPr sz="1855">
              <a:solidFill>
                <a:srgbClr val="FF00FF"/>
              </a:solidFill>
            </a:endParaRPr>
          </a:p>
          <a:p>
            <a:pPr indent="0" lvl="0" marL="0" rtl="0" algn="l">
              <a:spcBef>
                <a:spcPts val="1200"/>
              </a:spcBef>
              <a:spcAft>
                <a:spcPts val="0"/>
              </a:spcAft>
              <a:buNone/>
            </a:pPr>
            <a:r>
              <a:t/>
            </a:r>
            <a:endParaRPr sz="1855">
              <a:solidFill>
                <a:srgbClr val="FF00FF"/>
              </a:solidFill>
            </a:endParaRPr>
          </a:p>
          <a:p>
            <a:pPr indent="0" lvl="0" marL="0" rtl="0" algn="l">
              <a:spcBef>
                <a:spcPts val="0"/>
              </a:spcBef>
              <a:spcAft>
                <a:spcPts val="0"/>
              </a:spcAft>
              <a:buNone/>
            </a:pPr>
            <a:r>
              <a:t/>
            </a:r>
            <a:endParaRPr sz="1855">
              <a:solidFill>
                <a:schemeClr val="dk2"/>
              </a:solidFill>
            </a:endParaRPr>
          </a:p>
        </p:txBody>
      </p:sp>
      <p:sp>
        <p:nvSpPr>
          <p:cNvPr id="346" name="Google Shape;346;p30"/>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Place each material in the light beam and compare how much light passes through it. </a:t>
            </a:r>
            <a:endParaRPr b="0" i="0" sz="2800" u="none" cap="none" strike="noStrike">
              <a:solidFill>
                <a:srgbClr val="FFFFFF"/>
              </a:solidFill>
              <a:latin typeface="Arial"/>
              <a:ea typeface="Arial"/>
              <a:cs typeface="Arial"/>
              <a:sym typeface="Arial"/>
            </a:endParaRPr>
          </a:p>
        </p:txBody>
      </p:sp>
      <p:sp>
        <p:nvSpPr>
          <p:cNvPr id="347" name="Google Shape;347;p30"/>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Which material lets the most light pass?  </a:t>
            </a:r>
            <a:endParaRPr sz="3000">
              <a:solidFill>
                <a:schemeClr val="dk2"/>
              </a:solidFill>
            </a:endParaRPr>
          </a:p>
        </p:txBody>
      </p:sp>
      <p:sp>
        <p:nvSpPr>
          <p:cNvPr id="348" name="Google Shape;348;p30"/>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1"/>
          <p:cNvSpPr/>
          <p:nvPr/>
        </p:nvSpPr>
        <p:spPr>
          <a:xfrm>
            <a:off x="15124214" y="7572425"/>
            <a:ext cx="1216800" cy="557700"/>
          </a:xfrm>
          <a:prstGeom prst="chevron">
            <a:avLst>
              <a:gd fmla="val 50000" name="adj"/>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31"/>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rPr>
              <a:t>Let's explore the fascinating world of light! </a:t>
            </a:r>
            <a:endParaRPr sz="3000">
              <a:solidFill>
                <a:schemeClr val="dk2"/>
              </a:solidFill>
            </a:endParaRPr>
          </a:p>
        </p:txBody>
      </p:sp>
      <p:sp>
        <p:nvSpPr>
          <p:cNvPr id="355" name="Google Shape;355;p31"/>
          <p:cNvSpPr/>
          <p:nvPr/>
        </p:nvSpPr>
        <p:spPr>
          <a:xfrm>
            <a:off x="0" y="7508555"/>
            <a:ext cx="16459200" cy="699900"/>
          </a:xfrm>
          <a:prstGeom prst="rect">
            <a:avLst/>
          </a:prstGeom>
          <a:solidFill>
            <a:srgbClr val="1D4381"/>
          </a:solidFill>
          <a:ln>
            <a:noFill/>
          </a:ln>
          <a:effectLst>
            <a:outerShdw blurRad="40000" rotWithShape="0" dir="5400000" dist="20000">
              <a:srgbClr val="000000">
                <a:alpha val="3804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2800">
                <a:solidFill>
                  <a:srgbClr val="FFFFFF"/>
                </a:solidFill>
              </a:rPr>
              <a:t>Choose a topic to begin. </a:t>
            </a:r>
            <a:endParaRPr b="0" i="0" sz="2800" u="none" cap="none" strike="noStrike">
              <a:solidFill>
                <a:srgbClr val="FFFFFF"/>
              </a:solidFill>
              <a:latin typeface="Arial"/>
              <a:ea typeface="Arial"/>
              <a:cs typeface="Arial"/>
              <a:sym typeface="Arial"/>
            </a:endParaRPr>
          </a:p>
        </p:txBody>
      </p:sp>
      <p:sp>
        <p:nvSpPr>
          <p:cNvPr id="356" name="Google Shape;356;p31"/>
          <p:cNvSpPr/>
          <p:nvPr/>
        </p:nvSpPr>
        <p:spPr>
          <a:xfrm>
            <a:off x="1305326" y="2304087"/>
            <a:ext cx="7498800" cy="699900"/>
          </a:xfrm>
          <a:prstGeom prst="roundRect">
            <a:avLst>
              <a:gd fmla="val 16667" name="adj"/>
            </a:avLst>
          </a:prstGeom>
          <a:gradFill>
            <a:gsLst>
              <a:gs pos="0">
                <a:srgbClr val="51AB2A"/>
              </a:gs>
              <a:gs pos="100000">
                <a:srgbClr val="203E13"/>
              </a:gs>
            </a:gsLst>
            <a:lin ang="5400012"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ctr">
              <a:spcBef>
                <a:spcPts val="0"/>
              </a:spcBef>
              <a:spcAft>
                <a:spcPts val="0"/>
              </a:spcAft>
              <a:buNone/>
            </a:pPr>
            <a:r>
              <a:rPr lang="en" sz="2900">
                <a:solidFill>
                  <a:schemeClr val="lt1"/>
                </a:solidFill>
              </a:rPr>
              <a:t>Light and Its Properties</a:t>
            </a:r>
            <a:endParaRPr sz="2900">
              <a:solidFill>
                <a:schemeClr val="lt1"/>
              </a:solidFill>
            </a:endParaRPr>
          </a:p>
        </p:txBody>
      </p:sp>
      <p:sp>
        <p:nvSpPr>
          <p:cNvPr id="357" name="Google Shape;357;p31"/>
          <p:cNvSpPr/>
          <p:nvPr/>
        </p:nvSpPr>
        <p:spPr>
          <a:xfrm>
            <a:off x="1305326" y="4011143"/>
            <a:ext cx="7498800" cy="699900"/>
          </a:xfrm>
          <a:prstGeom prst="roundRect">
            <a:avLst>
              <a:gd fmla="val 16667" name="adj"/>
            </a:avLst>
          </a:prstGeom>
          <a:gradFill>
            <a:gsLst>
              <a:gs pos="0">
                <a:srgbClr val="295FB7"/>
              </a:gs>
              <a:gs pos="100000">
                <a:srgbClr val="152949"/>
              </a:gs>
            </a:gsLst>
            <a:path path="circle">
              <a:fillToRect b="50%" l="50%" r="50%" t="50%"/>
            </a:path>
            <a:tileRect/>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900">
                <a:solidFill>
                  <a:schemeClr val="lt1"/>
                </a:solidFill>
              </a:rPr>
              <a:t>  Reflection of Light and Laws of Reflection </a:t>
            </a:r>
            <a:endParaRPr sz="2900">
              <a:solidFill>
                <a:schemeClr val="lt1"/>
              </a:solidFill>
            </a:endParaRPr>
          </a:p>
        </p:txBody>
      </p:sp>
      <p:pic>
        <p:nvPicPr>
          <p:cNvPr id="358" name="Google Shape;358;p31" title="tap.gif"/>
          <p:cNvPicPr preferRelativeResize="0"/>
          <p:nvPr/>
        </p:nvPicPr>
        <p:blipFill>
          <a:blip r:embed="rId3">
            <a:alphaModFix/>
          </a:blip>
          <a:stretch>
            <a:fillRect/>
          </a:stretch>
        </p:blipFill>
        <p:spPr>
          <a:xfrm>
            <a:off x="5411032" y="4200180"/>
            <a:ext cx="787190" cy="787190"/>
          </a:xfrm>
          <a:prstGeom prst="rect">
            <a:avLst/>
          </a:prstGeom>
          <a:noFill/>
          <a:ln>
            <a:noFill/>
          </a:ln>
        </p:spPr>
      </p:pic>
      <p:pic>
        <p:nvPicPr>
          <p:cNvPr id="359" name="Google Shape;359;p31"/>
          <p:cNvPicPr preferRelativeResize="0"/>
          <p:nvPr/>
        </p:nvPicPr>
        <p:blipFill>
          <a:blip r:embed="rId4">
            <a:alphaModFix/>
          </a:blip>
          <a:stretch>
            <a:fillRect/>
          </a:stretch>
        </p:blipFill>
        <p:spPr>
          <a:xfrm>
            <a:off x="9328797" y="1232709"/>
            <a:ext cx="6655832" cy="5743032"/>
          </a:xfrm>
          <a:prstGeom prst="rect">
            <a:avLst/>
          </a:prstGeom>
          <a:noFill/>
          <a:ln>
            <a:noFill/>
          </a:ln>
        </p:spPr>
      </p:pic>
      <p:pic>
        <p:nvPicPr>
          <p:cNvPr id="360" name="Google Shape;360;p31"/>
          <p:cNvPicPr preferRelativeResize="0"/>
          <p:nvPr/>
        </p:nvPicPr>
        <p:blipFill rotWithShape="1">
          <a:blip r:embed="rId5">
            <a:alphaModFix/>
          </a:blip>
          <a:srcRect b="26463" l="9033" r="0" t="13988"/>
          <a:stretch/>
        </p:blipFill>
        <p:spPr>
          <a:xfrm>
            <a:off x="84521" y="1890506"/>
            <a:ext cx="1314207" cy="1290478"/>
          </a:xfrm>
          <a:prstGeom prst="rect">
            <a:avLst/>
          </a:prstGeom>
          <a:noFill/>
          <a:ln>
            <a:noFill/>
          </a:ln>
        </p:spPr>
      </p:pic>
      <p:pic>
        <p:nvPicPr>
          <p:cNvPr id="361" name="Google Shape;361;p31"/>
          <p:cNvPicPr preferRelativeResize="0"/>
          <p:nvPr/>
        </p:nvPicPr>
        <p:blipFill rotWithShape="1">
          <a:blip r:embed="rId6">
            <a:alphaModFix/>
          </a:blip>
          <a:srcRect b="17090" l="15190" r="14586" t="13126"/>
          <a:stretch/>
        </p:blipFill>
        <p:spPr>
          <a:xfrm>
            <a:off x="213364" y="3563791"/>
            <a:ext cx="838500" cy="124985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32"/>
          <p:cNvPicPr preferRelativeResize="0"/>
          <p:nvPr/>
        </p:nvPicPr>
        <p:blipFill>
          <a:blip r:embed="rId3">
            <a:alphaModFix/>
          </a:blip>
          <a:stretch>
            <a:fillRect/>
          </a:stretch>
        </p:blipFill>
        <p:spPr>
          <a:xfrm>
            <a:off x="152400" y="852300"/>
            <a:ext cx="13366449" cy="6503849"/>
          </a:xfrm>
          <a:prstGeom prst="rect">
            <a:avLst/>
          </a:prstGeom>
          <a:noFill/>
          <a:ln>
            <a:noFill/>
          </a:ln>
        </p:spPr>
      </p:pic>
      <p:sp>
        <p:nvSpPr>
          <p:cNvPr id="367" name="Google Shape;367;p32"/>
          <p:cNvSpPr txBox="1"/>
          <p:nvPr/>
        </p:nvSpPr>
        <p:spPr>
          <a:xfrm>
            <a:off x="9733568" y="6203650"/>
            <a:ext cx="6691800" cy="11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55">
                <a:solidFill>
                  <a:srgbClr val="FF00FF"/>
                </a:solidFill>
              </a:rPr>
              <a:t>Create a dark room where all objects are visible only as faint silhouettes so that students cannot clearly identify them.</a:t>
            </a:r>
            <a:r>
              <a:rPr lang="en" sz="1655">
                <a:solidFill>
                  <a:schemeClr val="dk2"/>
                </a:solidFill>
              </a:rPr>
              <a:t> </a:t>
            </a:r>
            <a:r>
              <a:rPr lang="en" sz="1655">
                <a:solidFill>
                  <a:srgbClr val="FF00FF"/>
                </a:solidFill>
              </a:rPr>
              <a:t>let students tap the cat if they think they found it. If they tap anywhere ,move to next slide automatically</a:t>
            </a:r>
            <a:endParaRPr sz="1655">
              <a:solidFill>
                <a:schemeClr val="dk2"/>
              </a:solidFill>
            </a:endParaRPr>
          </a:p>
        </p:txBody>
      </p:sp>
      <p:sp>
        <p:nvSpPr>
          <p:cNvPr id="368" name="Google Shape;368;p32"/>
          <p:cNvSpPr txBox="1"/>
          <p:nvPr/>
        </p:nvSpPr>
        <p:spPr>
          <a:xfrm>
            <a:off x="18800" y="7539100"/>
            <a:ext cx="149364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rPr>
              <a:t>        Look carefully and tap where you think the cat is. </a:t>
            </a:r>
            <a:endParaRPr sz="4255">
              <a:solidFill>
                <a:schemeClr val="dk2"/>
              </a:solidFill>
            </a:endParaRPr>
          </a:p>
        </p:txBody>
      </p:sp>
      <p:sp>
        <p:nvSpPr>
          <p:cNvPr id="369" name="Google Shape;369;p32"/>
          <p:cNvSpPr txBox="1"/>
          <p:nvPr/>
        </p:nvSpPr>
        <p:spPr>
          <a:xfrm>
            <a:off x="18800" y="0"/>
            <a:ext cx="164592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lt1"/>
                </a:solidFill>
              </a:rPr>
              <a:t> Can you find the cat in the dark? </a:t>
            </a:r>
            <a:endParaRPr sz="4255">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1D4381"/>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