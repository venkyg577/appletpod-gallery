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8229600" cx="16459200"/>
  <p:notesSz cx="6858000" cy="9144000"/>
  <p:embeddedFontLst>
    <p:embeddedFont>
      <p:font typeface="Montserrat Medium"/>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95">
          <p15:clr>
            <a:srgbClr val="747775"/>
          </p15:clr>
        </p15:guide>
        <p15:guide id="2" pos="280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95" orient="horz"/>
        <p:guide pos="280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Medium-regular.fntdata"/><Relationship Id="rId21" Type="http://schemas.openxmlformats.org/officeDocument/2006/relationships/slide" Target="slides/slide16.xml"/><Relationship Id="rId24" Type="http://schemas.openxmlformats.org/officeDocument/2006/relationships/font" Target="fonts/MontserratMedium-italic.fntdata"/><Relationship Id="rId23" Type="http://schemas.openxmlformats.org/officeDocument/2006/relationships/font" Target="fonts/Montserrat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ontserrat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d65be32f06_1_318: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d65be32f06_1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65be32f06_1_355: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65be32f06_1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4843363a0_0_7: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4843363a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65be32f06_1_48: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65be32f06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65be32f06_1_456: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65be32f06_1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65be32f06_1_485: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d65be32f06_1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65be32f06_1_513: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d65be32f06_1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65be32f06_1_541: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65be32f06_1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d65be32f06_1_575: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d65be32f06_1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65be32f06_1_650: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d65be32f06_1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65be32f06_1_1310: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d65be32f06_1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65be32f06_1_803: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d65be32f06_1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d65be32f06_1_849: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d65be32f06_1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65be32f06_1_967: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d65be32f06_1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65be32f06_1_937: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d65be32f06_1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65be32f06_1_1033:notes"/>
          <p:cNvSpPr/>
          <p:nvPr>
            <p:ph idx="2" type="sldImg"/>
          </p:nvPr>
        </p:nvSpPr>
        <p:spPr>
          <a:xfrm>
            <a:off x="391" y="685800"/>
            <a:ext cx="6858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d65be32f06_1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666666"/>
        </a:solidFill>
      </p:bgPr>
    </p:bg>
    <p:spTree>
      <p:nvGrpSpPr>
        <p:cNvPr id="9" name="Shape 9"/>
        <p:cNvGrpSpPr/>
        <p:nvPr/>
      </p:nvGrpSpPr>
      <p:grpSpPr>
        <a:xfrm>
          <a:off x="0" y="0"/>
          <a:ext cx="0" cy="0"/>
          <a:chOff x="0" y="0"/>
          <a:chExt cx="0" cy="0"/>
        </a:xfrm>
      </p:grpSpPr>
      <p:sp>
        <p:nvSpPr>
          <p:cNvPr id="10" name="Google Shape;10;p2"/>
          <p:cNvSpPr/>
          <p:nvPr/>
        </p:nvSpPr>
        <p:spPr>
          <a:xfrm>
            <a:off x="252400" y="798800"/>
            <a:ext cx="13082100" cy="6812400"/>
          </a:xfrm>
          <a:prstGeom prst="roundRect">
            <a:avLst>
              <a:gd fmla="val 16667"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p:nvPr/>
        </p:nvSpPr>
        <p:spPr>
          <a:xfrm>
            <a:off x="13405547" y="869900"/>
            <a:ext cx="2606700" cy="6641700"/>
          </a:xfrm>
          <a:prstGeom prst="roundRect">
            <a:avLst>
              <a:gd fmla="val 16667"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extLst>
    <p:ext uri="{DCECCB84-F9BA-43D5-87BE-67443E8EF086}">
      <p15:sldGuideLst>
        <p15:guide id="1" orient="horz" pos="4752">
          <p15:clr>
            <a:srgbClr val="E46962"/>
          </p15:clr>
        </p15:guide>
        <p15:guide id="2" pos="10008">
          <p15:clr>
            <a:srgbClr val="E46962"/>
          </p15:clr>
        </p15:guide>
        <p15:guide id="3" pos="360">
          <p15:clr>
            <a:srgbClr val="E46962"/>
          </p15:clr>
        </p15:guide>
        <p15:guide id="4" orient="horz" pos="43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561060" y="3441360"/>
            <a:ext cx="15337200" cy="1347000"/>
          </a:xfrm>
          <a:prstGeom prst="rect">
            <a:avLst/>
          </a:prstGeom>
        </p:spPr>
        <p:txBody>
          <a:bodyPr anchorCtr="0" anchor="ctr" bIns="216100" lIns="216100" spcFirstLastPara="1" rIns="216100" wrap="square" tIns="216100">
            <a:normAutofit/>
          </a:bodyPr>
          <a:lstStyle>
            <a:lvl1pPr lvl="0" algn="ctr">
              <a:spcBef>
                <a:spcPts val="0"/>
              </a:spcBef>
              <a:spcAft>
                <a:spcPts val="0"/>
              </a:spcAft>
              <a:buSzPts val="8509"/>
              <a:buNone/>
              <a:defRPr sz="8509"/>
            </a:lvl1pPr>
            <a:lvl2pPr lvl="1" algn="ctr">
              <a:spcBef>
                <a:spcPts val="0"/>
              </a:spcBef>
              <a:spcAft>
                <a:spcPts val="0"/>
              </a:spcAft>
              <a:buSzPts val="8509"/>
              <a:buNone/>
              <a:defRPr sz="8509"/>
            </a:lvl2pPr>
            <a:lvl3pPr lvl="2" algn="ctr">
              <a:spcBef>
                <a:spcPts val="0"/>
              </a:spcBef>
              <a:spcAft>
                <a:spcPts val="0"/>
              </a:spcAft>
              <a:buSzPts val="8509"/>
              <a:buNone/>
              <a:defRPr sz="8509"/>
            </a:lvl3pPr>
            <a:lvl4pPr lvl="3" algn="ctr">
              <a:spcBef>
                <a:spcPts val="0"/>
              </a:spcBef>
              <a:spcAft>
                <a:spcPts val="0"/>
              </a:spcAft>
              <a:buSzPts val="8509"/>
              <a:buNone/>
              <a:defRPr sz="8509"/>
            </a:lvl4pPr>
            <a:lvl5pPr lvl="4" algn="ctr">
              <a:spcBef>
                <a:spcPts val="0"/>
              </a:spcBef>
              <a:spcAft>
                <a:spcPts val="0"/>
              </a:spcAft>
              <a:buSzPts val="8509"/>
              <a:buNone/>
              <a:defRPr sz="8509"/>
            </a:lvl5pPr>
            <a:lvl6pPr lvl="5" algn="ctr">
              <a:spcBef>
                <a:spcPts val="0"/>
              </a:spcBef>
              <a:spcAft>
                <a:spcPts val="0"/>
              </a:spcAft>
              <a:buSzPts val="8509"/>
              <a:buNone/>
              <a:defRPr sz="8509"/>
            </a:lvl6pPr>
            <a:lvl7pPr lvl="6" algn="ctr">
              <a:spcBef>
                <a:spcPts val="0"/>
              </a:spcBef>
              <a:spcAft>
                <a:spcPts val="0"/>
              </a:spcAft>
              <a:buSzPts val="8509"/>
              <a:buNone/>
              <a:defRPr sz="8509"/>
            </a:lvl7pPr>
            <a:lvl8pPr lvl="7" algn="ctr">
              <a:spcBef>
                <a:spcPts val="0"/>
              </a:spcBef>
              <a:spcAft>
                <a:spcPts val="0"/>
              </a:spcAft>
              <a:buSzPts val="8509"/>
              <a:buNone/>
              <a:defRPr sz="8509"/>
            </a:lvl8pPr>
            <a:lvl9pPr lvl="8" algn="ctr">
              <a:spcBef>
                <a:spcPts val="0"/>
              </a:spcBef>
              <a:spcAft>
                <a:spcPts val="0"/>
              </a:spcAft>
              <a:buSzPts val="8509"/>
              <a:buNone/>
              <a:defRPr sz="8509"/>
            </a:lvl9pPr>
          </a:lstStyle>
          <a:p/>
        </p:txBody>
      </p:sp>
      <p:sp>
        <p:nvSpPr>
          <p:cNvPr id="14" name="Google Shape;14;p3"/>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561060" y="712040"/>
            <a:ext cx="15337200" cy="916200"/>
          </a:xfrm>
          <a:prstGeom prst="rect">
            <a:avLst/>
          </a:prstGeom>
        </p:spPr>
        <p:txBody>
          <a:bodyPr anchorCtr="0" anchor="t" bIns="216100" lIns="216100" spcFirstLastPara="1" rIns="216100" wrap="square" tIns="216100">
            <a:normAutofit/>
          </a:bodyPr>
          <a:lstStyle>
            <a:lvl1pPr lvl="0">
              <a:spcBef>
                <a:spcPts val="0"/>
              </a:spcBef>
              <a:spcAft>
                <a:spcPts val="0"/>
              </a:spcAft>
              <a:buSzPts val="6618"/>
              <a:buNone/>
              <a:defRPr sz="6618"/>
            </a:lvl1pPr>
            <a:lvl2pPr lvl="1">
              <a:spcBef>
                <a:spcPts val="0"/>
              </a:spcBef>
              <a:spcAft>
                <a:spcPts val="0"/>
              </a:spcAft>
              <a:buSzPts val="6618"/>
              <a:buNone/>
              <a:defRPr sz="6618"/>
            </a:lvl2pPr>
            <a:lvl3pPr lvl="2">
              <a:spcBef>
                <a:spcPts val="0"/>
              </a:spcBef>
              <a:spcAft>
                <a:spcPts val="0"/>
              </a:spcAft>
              <a:buSzPts val="6618"/>
              <a:buNone/>
              <a:defRPr sz="6618"/>
            </a:lvl3pPr>
            <a:lvl4pPr lvl="3">
              <a:spcBef>
                <a:spcPts val="0"/>
              </a:spcBef>
              <a:spcAft>
                <a:spcPts val="0"/>
              </a:spcAft>
              <a:buSzPts val="6618"/>
              <a:buNone/>
              <a:defRPr sz="6618"/>
            </a:lvl4pPr>
            <a:lvl5pPr lvl="4">
              <a:spcBef>
                <a:spcPts val="0"/>
              </a:spcBef>
              <a:spcAft>
                <a:spcPts val="0"/>
              </a:spcAft>
              <a:buSzPts val="6618"/>
              <a:buNone/>
              <a:defRPr sz="6618"/>
            </a:lvl5pPr>
            <a:lvl6pPr lvl="5">
              <a:spcBef>
                <a:spcPts val="0"/>
              </a:spcBef>
              <a:spcAft>
                <a:spcPts val="0"/>
              </a:spcAft>
              <a:buSzPts val="6618"/>
              <a:buNone/>
              <a:defRPr sz="6618"/>
            </a:lvl6pPr>
            <a:lvl7pPr lvl="6">
              <a:spcBef>
                <a:spcPts val="0"/>
              </a:spcBef>
              <a:spcAft>
                <a:spcPts val="0"/>
              </a:spcAft>
              <a:buSzPts val="6618"/>
              <a:buNone/>
              <a:defRPr sz="6618"/>
            </a:lvl7pPr>
            <a:lvl8pPr lvl="7">
              <a:spcBef>
                <a:spcPts val="0"/>
              </a:spcBef>
              <a:spcAft>
                <a:spcPts val="0"/>
              </a:spcAft>
              <a:buSzPts val="6618"/>
              <a:buNone/>
              <a:defRPr sz="6618"/>
            </a:lvl8pPr>
            <a:lvl9pPr lvl="8">
              <a:spcBef>
                <a:spcPts val="0"/>
              </a:spcBef>
              <a:spcAft>
                <a:spcPts val="0"/>
              </a:spcAft>
              <a:buSzPts val="6618"/>
              <a:buNone/>
              <a:defRPr sz="6618"/>
            </a:lvl9pPr>
          </a:lstStyle>
          <a:p/>
        </p:txBody>
      </p:sp>
      <p:sp>
        <p:nvSpPr>
          <p:cNvPr id="17" name="Google Shape;17;p4"/>
          <p:cNvSpPr txBox="1"/>
          <p:nvPr>
            <p:ph idx="1" type="body"/>
          </p:nvPr>
        </p:nvSpPr>
        <p:spPr>
          <a:xfrm>
            <a:off x="561060" y="1843960"/>
            <a:ext cx="15337200" cy="5466000"/>
          </a:xfrm>
          <a:prstGeom prst="rect">
            <a:avLst/>
          </a:prstGeom>
        </p:spPr>
        <p:txBody>
          <a:bodyPr anchorCtr="0" anchor="t" bIns="216100" lIns="216100" spcFirstLastPara="1" rIns="216100" wrap="square" tIns="216100">
            <a:normAutofit/>
          </a:bodyPr>
          <a:lstStyle>
            <a:lvl1pPr indent="-498769" lvl="0" marL="457200">
              <a:spcBef>
                <a:spcPts val="0"/>
              </a:spcBef>
              <a:spcAft>
                <a:spcPts val="0"/>
              </a:spcAft>
              <a:buSzPts val="4255"/>
              <a:buChar char="●"/>
              <a:defRPr sz="4255"/>
            </a:lvl1pPr>
            <a:lvl2pPr indent="-438732" lvl="1" marL="914400">
              <a:spcBef>
                <a:spcPts val="0"/>
              </a:spcBef>
              <a:spcAft>
                <a:spcPts val="0"/>
              </a:spcAft>
              <a:buSzPts val="3309"/>
              <a:buChar char="○"/>
              <a:defRPr sz="3309"/>
            </a:lvl2pPr>
            <a:lvl3pPr indent="-438732" lvl="2" marL="1371600">
              <a:spcBef>
                <a:spcPts val="0"/>
              </a:spcBef>
              <a:spcAft>
                <a:spcPts val="0"/>
              </a:spcAft>
              <a:buSzPts val="3309"/>
              <a:buChar char="■"/>
              <a:defRPr sz="3309"/>
            </a:lvl3pPr>
            <a:lvl4pPr indent="-438732" lvl="3" marL="1828800">
              <a:spcBef>
                <a:spcPts val="0"/>
              </a:spcBef>
              <a:spcAft>
                <a:spcPts val="0"/>
              </a:spcAft>
              <a:buSzPts val="3309"/>
              <a:buChar char="●"/>
              <a:defRPr sz="3309"/>
            </a:lvl4pPr>
            <a:lvl5pPr indent="-438732" lvl="4" marL="2286000">
              <a:spcBef>
                <a:spcPts val="0"/>
              </a:spcBef>
              <a:spcAft>
                <a:spcPts val="0"/>
              </a:spcAft>
              <a:buSzPts val="3309"/>
              <a:buChar char="○"/>
              <a:defRPr sz="3309"/>
            </a:lvl5pPr>
            <a:lvl6pPr indent="-438732" lvl="5" marL="2743200">
              <a:spcBef>
                <a:spcPts val="0"/>
              </a:spcBef>
              <a:spcAft>
                <a:spcPts val="0"/>
              </a:spcAft>
              <a:buSzPts val="3309"/>
              <a:buChar char="■"/>
              <a:defRPr sz="3309"/>
            </a:lvl6pPr>
            <a:lvl7pPr indent="-438732" lvl="6" marL="3200400">
              <a:spcBef>
                <a:spcPts val="0"/>
              </a:spcBef>
              <a:spcAft>
                <a:spcPts val="0"/>
              </a:spcAft>
              <a:buSzPts val="3309"/>
              <a:buChar char="●"/>
              <a:defRPr sz="3309"/>
            </a:lvl7pPr>
            <a:lvl8pPr indent="-438732" lvl="7" marL="3657600">
              <a:spcBef>
                <a:spcPts val="0"/>
              </a:spcBef>
              <a:spcAft>
                <a:spcPts val="0"/>
              </a:spcAft>
              <a:buSzPts val="3309"/>
              <a:buChar char="○"/>
              <a:defRPr sz="3309"/>
            </a:lvl8pPr>
            <a:lvl9pPr indent="-438732" lvl="8" marL="4114800">
              <a:spcBef>
                <a:spcPts val="0"/>
              </a:spcBef>
              <a:spcAft>
                <a:spcPts val="0"/>
              </a:spcAft>
              <a:buSzPts val="3309"/>
              <a:buChar char="■"/>
              <a:defRPr sz="3309"/>
            </a:lvl9pPr>
          </a:lstStyle>
          <a:p/>
        </p:txBody>
      </p:sp>
      <p:sp>
        <p:nvSpPr>
          <p:cNvPr id="18" name="Google Shape;18;p4"/>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561060" y="712040"/>
            <a:ext cx="15337200" cy="916200"/>
          </a:xfrm>
          <a:prstGeom prst="rect">
            <a:avLst/>
          </a:prstGeom>
        </p:spPr>
        <p:txBody>
          <a:bodyPr anchorCtr="0" anchor="t" bIns="216100" lIns="216100" spcFirstLastPara="1" rIns="216100" wrap="square" tIns="216100">
            <a:normAutofit/>
          </a:bodyPr>
          <a:lstStyle>
            <a:lvl1pPr lvl="0">
              <a:spcBef>
                <a:spcPts val="0"/>
              </a:spcBef>
              <a:spcAft>
                <a:spcPts val="0"/>
              </a:spcAft>
              <a:buSzPts val="6618"/>
              <a:buNone/>
              <a:defRPr sz="6618"/>
            </a:lvl1pPr>
            <a:lvl2pPr lvl="1">
              <a:spcBef>
                <a:spcPts val="0"/>
              </a:spcBef>
              <a:spcAft>
                <a:spcPts val="0"/>
              </a:spcAft>
              <a:buSzPts val="6618"/>
              <a:buNone/>
              <a:defRPr sz="6618"/>
            </a:lvl2pPr>
            <a:lvl3pPr lvl="2">
              <a:spcBef>
                <a:spcPts val="0"/>
              </a:spcBef>
              <a:spcAft>
                <a:spcPts val="0"/>
              </a:spcAft>
              <a:buSzPts val="6618"/>
              <a:buNone/>
              <a:defRPr sz="6618"/>
            </a:lvl3pPr>
            <a:lvl4pPr lvl="3">
              <a:spcBef>
                <a:spcPts val="0"/>
              </a:spcBef>
              <a:spcAft>
                <a:spcPts val="0"/>
              </a:spcAft>
              <a:buSzPts val="6618"/>
              <a:buNone/>
              <a:defRPr sz="6618"/>
            </a:lvl4pPr>
            <a:lvl5pPr lvl="4">
              <a:spcBef>
                <a:spcPts val="0"/>
              </a:spcBef>
              <a:spcAft>
                <a:spcPts val="0"/>
              </a:spcAft>
              <a:buSzPts val="6618"/>
              <a:buNone/>
              <a:defRPr sz="6618"/>
            </a:lvl5pPr>
            <a:lvl6pPr lvl="5">
              <a:spcBef>
                <a:spcPts val="0"/>
              </a:spcBef>
              <a:spcAft>
                <a:spcPts val="0"/>
              </a:spcAft>
              <a:buSzPts val="6618"/>
              <a:buNone/>
              <a:defRPr sz="6618"/>
            </a:lvl6pPr>
            <a:lvl7pPr lvl="6">
              <a:spcBef>
                <a:spcPts val="0"/>
              </a:spcBef>
              <a:spcAft>
                <a:spcPts val="0"/>
              </a:spcAft>
              <a:buSzPts val="6618"/>
              <a:buNone/>
              <a:defRPr sz="6618"/>
            </a:lvl7pPr>
            <a:lvl8pPr lvl="7">
              <a:spcBef>
                <a:spcPts val="0"/>
              </a:spcBef>
              <a:spcAft>
                <a:spcPts val="0"/>
              </a:spcAft>
              <a:buSzPts val="6618"/>
              <a:buNone/>
              <a:defRPr sz="6618"/>
            </a:lvl8pPr>
            <a:lvl9pPr lvl="8">
              <a:spcBef>
                <a:spcPts val="0"/>
              </a:spcBef>
              <a:spcAft>
                <a:spcPts val="0"/>
              </a:spcAft>
              <a:buSzPts val="6618"/>
              <a:buNone/>
              <a:defRPr sz="6618"/>
            </a:lvl9pPr>
          </a:lstStyle>
          <a:p/>
        </p:txBody>
      </p:sp>
      <p:sp>
        <p:nvSpPr>
          <p:cNvPr id="21" name="Google Shape;21;p5"/>
          <p:cNvSpPr txBox="1"/>
          <p:nvPr>
            <p:ph idx="1" type="body"/>
          </p:nvPr>
        </p:nvSpPr>
        <p:spPr>
          <a:xfrm>
            <a:off x="561060" y="1843960"/>
            <a:ext cx="7199700" cy="5466000"/>
          </a:xfrm>
          <a:prstGeom prst="rect">
            <a:avLst/>
          </a:prstGeom>
        </p:spPr>
        <p:txBody>
          <a:bodyPr anchorCtr="0" anchor="t" bIns="216100" lIns="216100" spcFirstLastPara="1" rIns="216100" wrap="square" tIns="216100">
            <a:normAutofit/>
          </a:bodyPr>
          <a:lstStyle>
            <a:lvl1pPr indent="-438732" lvl="0" marL="457200">
              <a:spcBef>
                <a:spcPts val="0"/>
              </a:spcBef>
              <a:spcAft>
                <a:spcPts val="0"/>
              </a:spcAft>
              <a:buSzPts val="3309"/>
              <a:buChar char="●"/>
              <a:defRPr sz="3309"/>
            </a:lvl1pPr>
            <a:lvl2pPr indent="-408713" lvl="1" marL="914400">
              <a:spcBef>
                <a:spcPts val="0"/>
              </a:spcBef>
              <a:spcAft>
                <a:spcPts val="0"/>
              </a:spcAft>
              <a:buSzPts val="2836"/>
              <a:buChar char="○"/>
              <a:defRPr sz="2836"/>
            </a:lvl2pPr>
            <a:lvl3pPr indent="-408713" lvl="2" marL="1371600">
              <a:spcBef>
                <a:spcPts val="0"/>
              </a:spcBef>
              <a:spcAft>
                <a:spcPts val="0"/>
              </a:spcAft>
              <a:buSzPts val="2836"/>
              <a:buChar char="■"/>
              <a:defRPr sz="2836"/>
            </a:lvl3pPr>
            <a:lvl4pPr indent="-408713" lvl="3" marL="1828800">
              <a:spcBef>
                <a:spcPts val="0"/>
              </a:spcBef>
              <a:spcAft>
                <a:spcPts val="0"/>
              </a:spcAft>
              <a:buSzPts val="2836"/>
              <a:buChar char="●"/>
              <a:defRPr sz="2836"/>
            </a:lvl4pPr>
            <a:lvl5pPr indent="-408713" lvl="4" marL="2286000">
              <a:spcBef>
                <a:spcPts val="0"/>
              </a:spcBef>
              <a:spcAft>
                <a:spcPts val="0"/>
              </a:spcAft>
              <a:buSzPts val="2836"/>
              <a:buChar char="○"/>
              <a:defRPr sz="2836"/>
            </a:lvl5pPr>
            <a:lvl6pPr indent="-408713" lvl="5" marL="2743200">
              <a:spcBef>
                <a:spcPts val="0"/>
              </a:spcBef>
              <a:spcAft>
                <a:spcPts val="0"/>
              </a:spcAft>
              <a:buSzPts val="2836"/>
              <a:buChar char="■"/>
              <a:defRPr sz="2836"/>
            </a:lvl6pPr>
            <a:lvl7pPr indent="-408713" lvl="6" marL="3200400">
              <a:spcBef>
                <a:spcPts val="0"/>
              </a:spcBef>
              <a:spcAft>
                <a:spcPts val="0"/>
              </a:spcAft>
              <a:buSzPts val="2836"/>
              <a:buChar char="●"/>
              <a:defRPr sz="2836"/>
            </a:lvl7pPr>
            <a:lvl8pPr indent="-408713" lvl="7" marL="3657600">
              <a:spcBef>
                <a:spcPts val="0"/>
              </a:spcBef>
              <a:spcAft>
                <a:spcPts val="0"/>
              </a:spcAft>
              <a:buSzPts val="2836"/>
              <a:buChar char="○"/>
              <a:defRPr sz="2836"/>
            </a:lvl8pPr>
            <a:lvl9pPr indent="-408713" lvl="8" marL="4114800">
              <a:spcBef>
                <a:spcPts val="0"/>
              </a:spcBef>
              <a:spcAft>
                <a:spcPts val="0"/>
              </a:spcAft>
              <a:buSzPts val="2836"/>
              <a:buChar char="■"/>
              <a:defRPr sz="2836"/>
            </a:lvl9pPr>
          </a:lstStyle>
          <a:p/>
        </p:txBody>
      </p:sp>
      <p:sp>
        <p:nvSpPr>
          <p:cNvPr id="22" name="Google Shape;22;p5"/>
          <p:cNvSpPr txBox="1"/>
          <p:nvPr>
            <p:ph idx="2" type="body"/>
          </p:nvPr>
        </p:nvSpPr>
        <p:spPr>
          <a:xfrm>
            <a:off x="8698320" y="1843960"/>
            <a:ext cx="7199700" cy="5466000"/>
          </a:xfrm>
          <a:prstGeom prst="rect">
            <a:avLst/>
          </a:prstGeom>
        </p:spPr>
        <p:txBody>
          <a:bodyPr anchorCtr="0" anchor="t" bIns="216100" lIns="216100" spcFirstLastPara="1" rIns="216100" wrap="square" tIns="216100">
            <a:normAutofit/>
          </a:bodyPr>
          <a:lstStyle>
            <a:lvl1pPr indent="-438732" lvl="0" marL="457200">
              <a:spcBef>
                <a:spcPts val="0"/>
              </a:spcBef>
              <a:spcAft>
                <a:spcPts val="0"/>
              </a:spcAft>
              <a:buSzPts val="3309"/>
              <a:buChar char="●"/>
              <a:defRPr sz="3309"/>
            </a:lvl1pPr>
            <a:lvl2pPr indent="-408713" lvl="1" marL="914400">
              <a:spcBef>
                <a:spcPts val="0"/>
              </a:spcBef>
              <a:spcAft>
                <a:spcPts val="0"/>
              </a:spcAft>
              <a:buSzPts val="2836"/>
              <a:buChar char="○"/>
              <a:defRPr sz="2836"/>
            </a:lvl2pPr>
            <a:lvl3pPr indent="-408713" lvl="2" marL="1371600">
              <a:spcBef>
                <a:spcPts val="0"/>
              </a:spcBef>
              <a:spcAft>
                <a:spcPts val="0"/>
              </a:spcAft>
              <a:buSzPts val="2836"/>
              <a:buChar char="■"/>
              <a:defRPr sz="2836"/>
            </a:lvl3pPr>
            <a:lvl4pPr indent="-408713" lvl="3" marL="1828800">
              <a:spcBef>
                <a:spcPts val="0"/>
              </a:spcBef>
              <a:spcAft>
                <a:spcPts val="0"/>
              </a:spcAft>
              <a:buSzPts val="2836"/>
              <a:buChar char="●"/>
              <a:defRPr sz="2836"/>
            </a:lvl4pPr>
            <a:lvl5pPr indent="-408713" lvl="4" marL="2286000">
              <a:spcBef>
                <a:spcPts val="0"/>
              </a:spcBef>
              <a:spcAft>
                <a:spcPts val="0"/>
              </a:spcAft>
              <a:buSzPts val="2836"/>
              <a:buChar char="○"/>
              <a:defRPr sz="2836"/>
            </a:lvl5pPr>
            <a:lvl6pPr indent="-408713" lvl="5" marL="2743200">
              <a:spcBef>
                <a:spcPts val="0"/>
              </a:spcBef>
              <a:spcAft>
                <a:spcPts val="0"/>
              </a:spcAft>
              <a:buSzPts val="2836"/>
              <a:buChar char="■"/>
              <a:defRPr sz="2836"/>
            </a:lvl6pPr>
            <a:lvl7pPr indent="-408713" lvl="6" marL="3200400">
              <a:spcBef>
                <a:spcPts val="0"/>
              </a:spcBef>
              <a:spcAft>
                <a:spcPts val="0"/>
              </a:spcAft>
              <a:buSzPts val="2836"/>
              <a:buChar char="●"/>
              <a:defRPr sz="2836"/>
            </a:lvl7pPr>
            <a:lvl8pPr indent="-408713" lvl="7" marL="3657600">
              <a:spcBef>
                <a:spcPts val="0"/>
              </a:spcBef>
              <a:spcAft>
                <a:spcPts val="0"/>
              </a:spcAft>
              <a:buSzPts val="2836"/>
              <a:buChar char="○"/>
              <a:defRPr sz="2836"/>
            </a:lvl8pPr>
            <a:lvl9pPr indent="-408713" lvl="8" marL="4114800">
              <a:spcBef>
                <a:spcPts val="0"/>
              </a:spcBef>
              <a:spcAft>
                <a:spcPts val="0"/>
              </a:spcAft>
              <a:buSzPts val="2836"/>
              <a:buChar char="■"/>
              <a:defRPr sz="2836"/>
            </a:lvl9pPr>
          </a:lstStyle>
          <a:p/>
        </p:txBody>
      </p:sp>
      <p:sp>
        <p:nvSpPr>
          <p:cNvPr id="23" name="Google Shape;23;p5"/>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561060" y="712040"/>
            <a:ext cx="15337200" cy="916200"/>
          </a:xfrm>
          <a:prstGeom prst="rect">
            <a:avLst/>
          </a:prstGeom>
        </p:spPr>
        <p:txBody>
          <a:bodyPr anchorCtr="0" anchor="t" bIns="216100" lIns="216100" spcFirstLastPara="1" rIns="216100" wrap="square" tIns="216100">
            <a:normAutofit/>
          </a:bodyPr>
          <a:lstStyle>
            <a:lvl1pPr lvl="0">
              <a:spcBef>
                <a:spcPts val="0"/>
              </a:spcBef>
              <a:spcAft>
                <a:spcPts val="0"/>
              </a:spcAft>
              <a:buSzPts val="6618"/>
              <a:buNone/>
              <a:defRPr sz="6618"/>
            </a:lvl1pPr>
            <a:lvl2pPr lvl="1">
              <a:spcBef>
                <a:spcPts val="0"/>
              </a:spcBef>
              <a:spcAft>
                <a:spcPts val="0"/>
              </a:spcAft>
              <a:buSzPts val="6618"/>
              <a:buNone/>
              <a:defRPr sz="6618"/>
            </a:lvl2pPr>
            <a:lvl3pPr lvl="2">
              <a:spcBef>
                <a:spcPts val="0"/>
              </a:spcBef>
              <a:spcAft>
                <a:spcPts val="0"/>
              </a:spcAft>
              <a:buSzPts val="6618"/>
              <a:buNone/>
              <a:defRPr sz="6618"/>
            </a:lvl3pPr>
            <a:lvl4pPr lvl="3">
              <a:spcBef>
                <a:spcPts val="0"/>
              </a:spcBef>
              <a:spcAft>
                <a:spcPts val="0"/>
              </a:spcAft>
              <a:buSzPts val="6618"/>
              <a:buNone/>
              <a:defRPr sz="6618"/>
            </a:lvl4pPr>
            <a:lvl5pPr lvl="4">
              <a:spcBef>
                <a:spcPts val="0"/>
              </a:spcBef>
              <a:spcAft>
                <a:spcPts val="0"/>
              </a:spcAft>
              <a:buSzPts val="6618"/>
              <a:buNone/>
              <a:defRPr sz="6618"/>
            </a:lvl5pPr>
            <a:lvl6pPr lvl="5">
              <a:spcBef>
                <a:spcPts val="0"/>
              </a:spcBef>
              <a:spcAft>
                <a:spcPts val="0"/>
              </a:spcAft>
              <a:buSzPts val="6618"/>
              <a:buNone/>
              <a:defRPr sz="6618"/>
            </a:lvl6pPr>
            <a:lvl7pPr lvl="6">
              <a:spcBef>
                <a:spcPts val="0"/>
              </a:spcBef>
              <a:spcAft>
                <a:spcPts val="0"/>
              </a:spcAft>
              <a:buSzPts val="6618"/>
              <a:buNone/>
              <a:defRPr sz="6618"/>
            </a:lvl7pPr>
            <a:lvl8pPr lvl="7">
              <a:spcBef>
                <a:spcPts val="0"/>
              </a:spcBef>
              <a:spcAft>
                <a:spcPts val="0"/>
              </a:spcAft>
              <a:buSzPts val="6618"/>
              <a:buNone/>
              <a:defRPr sz="6618"/>
            </a:lvl8pPr>
            <a:lvl9pPr lvl="8">
              <a:spcBef>
                <a:spcPts val="0"/>
              </a:spcBef>
              <a:spcAft>
                <a:spcPts val="0"/>
              </a:spcAft>
              <a:buSzPts val="6618"/>
              <a:buNone/>
              <a:defRPr sz="6618"/>
            </a:lvl9pPr>
          </a:lstStyle>
          <a:p/>
        </p:txBody>
      </p:sp>
      <p:sp>
        <p:nvSpPr>
          <p:cNvPr id="26" name="Google Shape;26;p6"/>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561060" y="888960"/>
            <a:ext cx="5054400" cy="1209300"/>
          </a:xfrm>
          <a:prstGeom prst="rect">
            <a:avLst/>
          </a:prstGeom>
        </p:spPr>
        <p:txBody>
          <a:bodyPr anchorCtr="0" anchor="b" bIns="216100" lIns="216100" spcFirstLastPara="1" rIns="216100" wrap="square" tIns="216100">
            <a:normAutofit/>
          </a:bodyPr>
          <a:lstStyle>
            <a:lvl1pPr lvl="0">
              <a:spcBef>
                <a:spcPts val="0"/>
              </a:spcBef>
              <a:spcAft>
                <a:spcPts val="0"/>
              </a:spcAft>
              <a:buSzPts val="5673"/>
              <a:buNone/>
              <a:defRPr sz="5673"/>
            </a:lvl1pPr>
            <a:lvl2pPr lvl="1">
              <a:spcBef>
                <a:spcPts val="0"/>
              </a:spcBef>
              <a:spcAft>
                <a:spcPts val="0"/>
              </a:spcAft>
              <a:buSzPts val="5673"/>
              <a:buNone/>
              <a:defRPr sz="5673"/>
            </a:lvl2pPr>
            <a:lvl3pPr lvl="2">
              <a:spcBef>
                <a:spcPts val="0"/>
              </a:spcBef>
              <a:spcAft>
                <a:spcPts val="0"/>
              </a:spcAft>
              <a:buSzPts val="5673"/>
              <a:buNone/>
              <a:defRPr sz="5673"/>
            </a:lvl3pPr>
            <a:lvl4pPr lvl="3">
              <a:spcBef>
                <a:spcPts val="0"/>
              </a:spcBef>
              <a:spcAft>
                <a:spcPts val="0"/>
              </a:spcAft>
              <a:buSzPts val="5673"/>
              <a:buNone/>
              <a:defRPr sz="5673"/>
            </a:lvl4pPr>
            <a:lvl5pPr lvl="4">
              <a:spcBef>
                <a:spcPts val="0"/>
              </a:spcBef>
              <a:spcAft>
                <a:spcPts val="0"/>
              </a:spcAft>
              <a:buSzPts val="5673"/>
              <a:buNone/>
              <a:defRPr sz="5673"/>
            </a:lvl5pPr>
            <a:lvl6pPr lvl="5">
              <a:spcBef>
                <a:spcPts val="0"/>
              </a:spcBef>
              <a:spcAft>
                <a:spcPts val="0"/>
              </a:spcAft>
              <a:buSzPts val="5673"/>
              <a:buNone/>
              <a:defRPr sz="5673"/>
            </a:lvl6pPr>
            <a:lvl7pPr lvl="6">
              <a:spcBef>
                <a:spcPts val="0"/>
              </a:spcBef>
              <a:spcAft>
                <a:spcPts val="0"/>
              </a:spcAft>
              <a:buSzPts val="5673"/>
              <a:buNone/>
              <a:defRPr sz="5673"/>
            </a:lvl7pPr>
            <a:lvl8pPr lvl="7">
              <a:spcBef>
                <a:spcPts val="0"/>
              </a:spcBef>
              <a:spcAft>
                <a:spcPts val="0"/>
              </a:spcAft>
              <a:buSzPts val="5673"/>
              <a:buNone/>
              <a:defRPr sz="5673"/>
            </a:lvl8pPr>
            <a:lvl9pPr lvl="8">
              <a:spcBef>
                <a:spcPts val="0"/>
              </a:spcBef>
              <a:spcAft>
                <a:spcPts val="0"/>
              </a:spcAft>
              <a:buSzPts val="5673"/>
              <a:buNone/>
              <a:defRPr sz="5673"/>
            </a:lvl9pPr>
          </a:lstStyle>
          <a:p/>
        </p:txBody>
      </p:sp>
      <p:sp>
        <p:nvSpPr>
          <p:cNvPr id="29" name="Google Shape;29;p7"/>
          <p:cNvSpPr txBox="1"/>
          <p:nvPr>
            <p:ph idx="1" type="body"/>
          </p:nvPr>
        </p:nvSpPr>
        <p:spPr>
          <a:xfrm>
            <a:off x="561060" y="2223360"/>
            <a:ext cx="5054400" cy="5087100"/>
          </a:xfrm>
          <a:prstGeom prst="rect">
            <a:avLst/>
          </a:prstGeom>
        </p:spPr>
        <p:txBody>
          <a:bodyPr anchorCtr="0" anchor="t" bIns="216100" lIns="216100" spcFirstLastPara="1" rIns="216100" wrap="square" tIns="216100">
            <a:normAutofit/>
          </a:bodyPr>
          <a:lstStyle>
            <a:lvl1pPr indent="-408713" lvl="0" marL="457200">
              <a:spcBef>
                <a:spcPts val="0"/>
              </a:spcBef>
              <a:spcAft>
                <a:spcPts val="0"/>
              </a:spcAft>
              <a:buSzPts val="2836"/>
              <a:buChar char="●"/>
              <a:defRPr sz="2836"/>
            </a:lvl1pPr>
            <a:lvl2pPr indent="-408713" lvl="1" marL="914400">
              <a:spcBef>
                <a:spcPts val="0"/>
              </a:spcBef>
              <a:spcAft>
                <a:spcPts val="0"/>
              </a:spcAft>
              <a:buSzPts val="2836"/>
              <a:buChar char="○"/>
              <a:defRPr sz="2836"/>
            </a:lvl2pPr>
            <a:lvl3pPr indent="-408713" lvl="2" marL="1371600">
              <a:spcBef>
                <a:spcPts val="0"/>
              </a:spcBef>
              <a:spcAft>
                <a:spcPts val="0"/>
              </a:spcAft>
              <a:buSzPts val="2836"/>
              <a:buChar char="■"/>
              <a:defRPr sz="2836"/>
            </a:lvl3pPr>
            <a:lvl4pPr indent="-408713" lvl="3" marL="1828800">
              <a:spcBef>
                <a:spcPts val="0"/>
              </a:spcBef>
              <a:spcAft>
                <a:spcPts val="0"/>
              </a:spcAft>
              <a:buSzPts val="2836"/>
              <a:buChar char="●"/>
              <a:defRPr sz="2836"/>
            </a:lvl4pPr>
            <a:lvl5pPr indent="-408713" lvl="4" marL="2286000">
              <a:spcBef>
                <a:spcPts val="0"/>
              </a:spcBef>
              <a:spcAft>
                <a:spcPts val="0"/>
              </a:spcAft>
              <a:buSzPts val="2836"/>
              <a:buChar char="○"/>
              <a:defRPr sz="2836"/>
            </a:lvl5pPr>
            <a:lvl6pPr indent="-408713" lvl="5" marL="2743200">
              <a:spcBef>
                <a:spcPts val="0"/>
              </a:spcBef>
              <a:spcAft>
                <a:spcPts val="0"/>
              </a:spcAft>
              <a:buSzPts val="2836"/>
              <a:buChar char="■"/>
              <a:defRPr sz="2836"/>
            </a:lvl6pPr>
            <a:lvl7pPr indent="-408713" lvl="6" marL="3200400">
              <a:spcBef>
                <a:spcPts val="0"/>
              </a:spcBef>
              <a:spcAft>
                <a:spcPts val="0"/>
              </a:spcAft>
              <a:buSzPts val="2836"/>
              <a:buChar char="●"/>
              <a:defRPr sz="2836"/>
            </a:lvl7pPr>
            <a:lvl8pPr indent="-408713" lvl="7" marL="3657600">
              <a:spcBef>
                <a:spcPts val="0"/>
              </a:spcBef>
              <a:spcAft>
                <a:spcPts val="0"/>
              </a:spcAft>
              <a:buSzPts val="2836"/>
              <a:buChar char="○"/>
              <a:defRPr sz="2836"/>
            </a:lvl8pPr>
            <a:lvl9pPr indent="-408713" lvl="8" marL="4114800">
              <a:spcBef>
                <a:spcPts val="0"/>
              </a:spcBef>
              <a:spcAft>
                <a:spcPts val="0"/>
              </a:spcAft>
              <a:buSzPts val="2836"/>
              <a:buChar char="■"/>
              <a:defRPr sz="2836"/>
            </a:lvl9pPr>
          </a:lstStyle>
          <a:p/>
        </p:txBody>
      </p:sp>
      <p:sp>
        <p:nvSpPr>
          <p:cNvPr id="30" name="Google Shape;30;p7"/>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882450" y="720240"/>
            <a:ext cx="11462100" cy="6545100"/>
          </a:xfrm>
          <a:prstGeom prst="rect">
            <a:avLst/>
          </a:prstGeom>
        </p:spPr>
        <p:txBody>
          <a:bodyPr anchorCtr="0" anchor="ctr" bIns="216100" lIns="216100" spcFirstLastPara="1" rIns="216100" wrap="square" tIns="216100">
            <a:normAutofit/>
          </a:bodyPr>
          <a:lstStyle>
            <a:lvl1pPr lvl="0">
              <a:spcBef>
                <a:spcPts val="0"/>
              </a:spcBef>
              <a:spcAft>
                <a:spcPts val="0"/>
              </a:spcAft>
              <a:buSzPts val="11346"/>
              <a:buNone/>
              <a:defRPr sz="11346"/>
            </a:lvl1pPr>
            <a:lvl2pPr lvl="1">
              <a:spcBef>
                <a:spcPts val="0"/>
              </a:spcBef>
              <a:spcAft>
                <a:spcPts val="0"/>
              </a:spcAft>
              <a:buSzPts val="11346"/>
              <a:buNone/>
              <a:defRPr sz="11346"/>
            </a:lvl2pPr>
            <a:lvl3pPr lvl="2">
              <a:spcBef>
                <a:spcPts val="0"/>
              </a:spcBef>
              <a:spcAft>
                <a:spcPts val="0"/>
              </a:spcAft>
              <a:buSzPts val="11346"/>
              <a:buNone/>
              <a:defRPr sz="11346"/>
            </a:lvl3pPr>
            <a:lvl4pPr lvl="3">
              <a:spcBef>
                <a:spcPts val="0"/>
              </a:spcBef>
              <a:spcAft>
                <a:spcPts val="0"/>
              </a:spcAft>
              <a:buSzPts val="11346"/>
              <a:buNone/>
              <a:defRPr sz="11346"/>
            </a:lvl4pPr>
            <a:lvl5pPr lvl="4">
              <a:spcBef>
                <a:spcPts val="0"/>
              </a:spcBef>
              <a:spcAft>
                <a:spcPts val="0"/>
              </a:spcAft>
              <a:buSzPts val="11346"/>
              <a:buNone/>
              <a:defRPr sz="11346"/>
            </a:lvl5pPr>
            <a:lvl6pPr lvl="5">
              <a:spcBef>
                <a:spcPts val="0"/>
              </a:spcBef>
              <a:spcAft>
                <a:spcPts val="0"/>
              </a:spcAft>
              <a:buSzPts val="11346"/>
              <a:buNone/>
              <a:defRPr sz="11346"/>
            </a:lvl6pPr>
            <a:lvl7pPr lvl="6">
              <a:spcBef>
                <a:spcPts val="0"/>
              </a:spcBef>
              <a:spcAft>
                <a:spcPts val="0"/>
              </a:spcAft>
              <a:buSzPts val="11346"/>
              <a:buNone/>
              <a:defRPr sz="11346"/>
            </a:lvl7pPr>
            <a:lvl8pPr lvl="7">
              <a:spcBef>
                <a:spcPts val="0"/>
              </a:spcBef>
              <a:spcAft>
                <a:spcPts val="0"/>
              </a:spcAft>
              <a:buSzPts val="11346"/>
              <a:buNone/>
              <a:defRPr sz="11346"/>
            </a:lvl8pPr>
            <a:lvl9pPr lvl="8">
              <a:spcBef>
                <a:spcPts val="0"/>
              </a:spcBef>
              <a:spcAft>
                <a:spcPts val="0"/>
              </a:spcAft>
              <a:buSzPts val="11346"/>
              <a:buNone/>
              <a:defRPr sz="11346"/>
            </a:lvl9pPr>
          </a:lstStyle>
          <a:p/>
        </p:txBody>
      </p:sp>
      <p:sp>
        <p:nvSpPr>
          <p:cNvPr id="33" name="Google Shape;33;p8"/>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8229600" y="-200"/>
            <a:ext cx="8229600" cy="8229600"/>
          </a:xfrm>
          <a:prstGeom prst="rect">
            <a:avLst/>
          </a:prstGeom>
          <a:solidFill>
            <a:schemeClr val="lt2"/>
          </a:solidFill>
          <a:ln>
            <a:noFill/>
          </a:ln>
        </p:spPr>
        <p:txBody>
          <a:bodyPr anchorCtr="0" anchor="ctr" bIns="216100" lIns="216100" spcFirstLastPara="1" rIns="216100" wrap="square" tIns="216100">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477900" y="1973080"/>
            <a:ext cx="7281300" cy="2371800"/>
          </a:xfrm>
          <a:prstGeom prst="rect">
            <a:avLst/>
          </a:prstGeom>
        </p:spPr>
        <p:txBody>
          <a:bodyPr anchorCtr="0" anchor="b" bIns="216100" lIns="216100" spcFirstLastPara="1" rIns="216100" wrap="square" tIns="216100">
            <a:normAutofit/>
          </a:bodyPr>
          <a:lstStyle>
            <a:lvl1pPr lvl="0" algn="ctr">
              <a:spcBef>
                <a:spcPts val="0"/>
              </a:spcBef>
              <a:spcAft>
                <a:spcPts val="0"/>
              </a:spcAft>
              <a:buSzPts val="9927"/>
              <a:buNone/>
              <a:defRPr sz="9927"/>
            </a:lvl1pPr>
            <a:lvl2pPr lvl="1" algn="ctr">
              <a:spcBef>
                <a:spcPts val="0"/>
              </a:spcBef>
              <a:spcAft>
                <a:spcPts val="0"/>
              </a:spcAft>
              <a:buSzPts val="9927"/>
              <a:buNone/>
              <a:defRPr sz="9927"/>
            </a:lvl2pPr>
            <a:lvl3pPr lvl="2" algn="ctr">
              <a:spcBef>
                <a:spcPts val="0"/>
              </a:spcBef>
              <a:spcAft>
                <a:spcPts val="0"/>
              </a:spcAft>
              <a:buSzPts val="9927"/>
              <a:buNone/>
              <a:defRPr sz="9927"/>
            </a:lvl3pPr>
            <a:lvl4pPr lvl="3" algn="ctr">
              <a:spcBef>
                <a:spcPts val="0"/>
              </a:spcBef>
              <a:spcAft>
                <a:spcPts val="0"/>
              </a:spcAft>
              <a:buSzPts val="9927"/>
              <a:buNone/>
              <a:defRPr sz="9927"/>
            </a:lvl4pPr>
            <a:lvl5pPr lvl="4" algn="ctr">
              <a:spcBef>
                <a:spcPts val="0"/>
              </a:spcBef>
              <a:spcAft>
                <a:spcPts val="0"/>
              </a:spcAft>
              <a:buSzPts val="9927"/>
              <a:buNone/>
              <a:defRPr sz="9927"/>
            </a:lvl5pPr>
            <a:lvl6pPr lvl="5" algn="ctr">
              <a:spcBef>
                <a:spcPts val="0"/>
              </a:spcBef>
              <a:spcAft>
                <a:spcPts val="0"/>
              </a:spcAft>
              <a:buSzPts val="9927"/>
              <a:buNone/>
              <a:defRPr sz="9927"/>
            </a:lvl6pPr>
            <a:lvl7pPr lvl="6" algn="ctr">
              <a:spcBef>
                <a:spcPts val="0"/>
              </a:spcBef>
              <a:spcAft>
                <a:spcPts val="0"/>
              </a:spcAft>
              <a:buSzPts val="9927"/>
              <a:buNone/>
              <a:defRPr sz="9927"/>
            </a:lvl7pPr>
            <a:lvl8pPr lvl="7" algn="ctr">
              <a:spcBef>
                <a:spcPts val="0"/>
              </a:spcBef>
              <a:spcAft>
                <a:spcPts val="0"/>
              </a:spcAft>
              <a:buSzPts val="9927"/>
              <a:buNone/>
              <a:defRPr sz="9927"/>
            </a:lvl8pPr>
            <a:lvl9pPr lvl="8" algn="ctr">
              <a:spcBef>
                <a:spcPts val="0"/>
              </a:spcBef>
              <a:spcAft>
                <a:spcPts val="0"/>
              </a:spcAft>
              <a:buSzPts val="9927"/>
              <a:buNone/>
              <a:defRPr sz="9927"/>
            </a:lvl9pPr>
          </a:lstStyle>
          <a:p/>
        </p:txBody>
      </p:sp>
      <p:sp>
        <p:nvSpPr>
          <p:cNvPr id="37" name="Google Shape;37;p9"/>
          <p:cNvSpPr txBox="1"/>
          <p:nvPr>
            <p:ph idx="1" type="subTitle"/>
          </p:nvPr>
        </p:nvSpPr>
        <p:spPr>
          <a:xfrm>
            <a:off x="477900" y="4484920"/>
            <a:ext cx="7281300" cy="1976700"/>
          </a:xfrm>
          <a:prstGeom prst="rect">
            <a:avLst/>
          </a:prstGeom>
        </p:spPr>
        <p:txBody>
          <a:bodyPr anchorCtr="0" anchor="t" bIns="216100" lIns="216100" spcFirstLastPara="1" rIns="216100" wrap="square" tIns="216100">
            <a:normAutofit/>
          </a:bodyPr>
          <a:lstStyle>
            <a:lvl1pPr lvl="0" algn="ctr">
              <a:lnSpc>
                <a:spcPct val="100000"/>
              </a:lnSpc>
              <a:spcBef>
                <a:spcPts val="0"/>
              </a:spcBef>
              <a:spcAft>
                <a:spcPts val="0"/>
              </a:spcAft>
              <a:buSzPts val="4964"/>
              <a:buNone/>
              <a:defRPr sz="4964"/>
            </a:lvl1pPr>
            <a:lvl2pPr lvl="1" algn="ctr">
              <a:lnSpc>
                <a:spcPct val="100000"/>
              </a:lnSpc>
              <a:spcBef>
                <a:spcPts val="0"/>
              </a:spcBef>
              <a:spcAft>
                <a:spcPts val="0"/>
              </a:spcAft>
              <a:buSzPts val="4964"/>
              <a:buNone/>
              <a:defRPr sz="4964"/>
            </a:lvl2pPr>
            <a:lvl3pPr lvl="2" algn="ctr">
              <a:lnSpc>
                <a:spcPct val="100000"/>
              </a:lnSpc>
              <a:spcBef>
                <a:spcPts val="0"/>
              </a:spcBef>
              <a:spcAft>
                <a:spcPts val="0"/>
              </a:spcAft>
              <a:buSzPts val="4964"/>
              <a:buNone/>
              <a:defRPr sz="4964"/>
            </a:lvl3pPr>
            <a:lvl4pPr lvl="3" algn="ctr">
              <a:lnSpc>
                <a:spcPct val="100000"/>
              </a:lnSpc>
              <a:spcBef>
                <a:spcPts val="0"/>
              </a:spcBef>
              <a:spcAft>
                <a:spcPts val="0"/>
              </a:spcAft>
              <a:buSzPts val="4964"/>
              <a:buNone/>
              <a:defRPr sz="4964"/>
            </a:lvl4pPr>
            <a:lvl5pPr lvl="4" algn="ctr">
              <a:lnSpc>
                <a:spcPct val="100000"/>
              </a:lnSpc>
              <a:spcBef>
                <a:spcPts val="0"/>
              </a:spcBef>
              <a:spcAft>
                <a:spcPts val="0"/>
              </a:spcAft>
              <a:buSzPts val="4964"/>
              <a:buNone/>
              <a:defRPr sz="4964"/>
            </a:lvl5pPr>
            <a:lvl6pPr lvl="5" algn="ctr">
              <a:lnSpc>
                <a:spcPct val="100000"/>
              </a:lnSpc>
              <a:spcBef>
                <a:spcPts val="0"/>
              </a:spcBef>
              <a:spcAft>
                <a:spcPts val="0"/>
              </a:spcAft>
              <a:buSzPts val="4964"/>
              <a:buNone/>
              <a:defRPr sz="4964"/>
            </a:lvl6pPr>
            <a:lvl7pPr lvl="6" algn="ctr">
              <a:lnSpc>
                <a:spcPct val="100000"/>
              </a:lnSpc>
              <a:spcBef>
                <a:spcPts val="0"/>
              </a:spcBef>
              <a:spcAft>
                <a:spcPts val="0"/>
              </a:spcAft>
              <a:buSzPts val="4964"/>
              <a:buNone/>
              <a:defRPr sz="4964"/>
            </a:lvl7pPr>
            <a:lvl8pPr lvl="7" algn="ctr">
              <a:lnSpc>
                <a:spcPct val="100000"/>
              </a:lnSpc>
              <a:spcBef>
                <a:spcPts val="0"/>
              </a:spcBef>
              <a:spcAft>
                <a:spcPts val="0"/>
              </a:spcAft>
              <a:buSzPts val="4964"/>
              <a:buNone/>
              <a:defRPr sz="4964"/>
            </a:lvl8pPr>
            <a:lvl9pPr lvl="8" algn="ctr">
              <a:lnSpc>
                <a:spcPct val="100000"/>
              </a:lnSpc>
              <a:spcBef>
                <a:spcPts val="0"/>
              </a:spcBef>
              <a:spcAft>
                <a:spcPts val="0"/>
              </a:spcAft>
              <a:buSzPts val="4964"/>
              <a:buNone/>
              <a:defRPr sz="4964"/>
            </a:lvl9pPr>
          </a:lstStyle>
          <a:p/>
        </p:txBody>
      </p:sp>
      <p:sp>
        <p:nvSpPr>
          <p:cNvPr id="38" name="Google Shape;38;p9"/>
          <p:cNvSpPr txBox="1"/>
          <p:nvPr>
            <p:ph idx="2" type="body"/>
          </p:nvPr>
        </p:nvSpPr>
        <p:spPr>
          <a:xfrm>
            <a:off x="8891100" y="1158520"/>
            <a:ext cx="6906600" cy="5912400"/>
          </a:xfrm>
          <a:prstGeom prst="rect">
            <a:avLst/>
          </a:prstGeom>
        </p:spPr>
        <p:txBody>
          <a:bodyPr anchorCtr="0" anchor="ctr" bIns="216100" lIns="216100" spcFirstLastPara="1" rIns="216100" wrap="square" tIns="216100">
            <a:normAutofit/>
          </a:bodyPr>
          <a:lstStyle>
            <a:lvl1pPr indent="-498769" lvl="0" marL="457200">
              <a:spcBef>
                <a:spcPts val="0"/>
              </a:spcBef>
              <a:spcAft>
                <a:spcPts val="0"/>
              </a:spcAft>
              <a:buSzPts val="4255"/>
              <a:buChar char="●"/>
              <a:defRPr sz="4255"/>
            </a:lvl1pPr>
            <a:lvl2pPr indent="-438732" lvl="1" marL="914400">
              <a:spcBef>
                <a:spcPts val="0"/>
              </a:spcBef>
              <a:spcAft>
                <a:spcPts val="0"/>
              </a:spcAft>
              <a:buSzPts val="3309"/>
              <a:buChar char="○"/>
              <a:defRPr sz="3309"/>
            </a:lvl2pPr>
            <a:lvl3pPr indent="-438732" lvl="2" marL="1371600">
              <a:spcBef>
                <a:spcPts val="0"/>
              </a:spcBef>
              <a:spcAft>
                <a:spcPts val="0"/>
              </a:spcAft>
              <a:buSzPts val="3309"/>
              <a:buChar char="■"/>
              <a:defRPr sz="3309"/>
            </a:lvl3pPr>
            <a:lvl4pPr indent="-438732" lvl="3" marL="1828800">
              <a:spcBef>
                <a:spcPts val="0"/>
              </a:spcBef>
              <a:spcAft>
                <a:spcPts val="0"/>
              </a:spcAft>
              <a:buSzPts val="3309"/>
              <a:buChar char="●"/>
              <a:defRPr sz="3309"/>
            </a:lvl4pPr>
            <a:lvl5pPr indent="-438732" lvl="4" marL="2286000">
              <a:spcBef>
                <a:spcPts val="0"/>
              </a:spcBef>
              <a:spcAft>
                <a:spcPts val="0"/>
              </a:spcAft>
              <a:buSzPts val="3309"/>
              <a:buChar char="○"/>
              <a:defRPr sz="3309"/>
            </a:lvl5pPr>
            <a:lvl6pPr indent="-438732" lvl="5" marL="2743200">
              <a:spcBef>
                <a:spcPts val="0"/>
              </a:spcBef>
              <a:spcAft>
                <a:spcPts val="0"/>
              </a:spcAft>
              <a:buSzPts val="3309"/>
              <a:buChar char="■"/>
              <a:defRPr sz="3309"/>
            </a:lvl6pPr>
            <a:lvl7pPr indent="-438732" lvl="6" marL="3200400">
              <a:spcBef>
                <a:spcPts val="0"/>
              </a:spcBef>
              <a:spcAft>
                <a:spcPts val="0"/>
              </a:spcAft>
              <a:buSzPts val="3309"/>
              <a:buChar char="●"/>
              <a:defRPr sz="3309"/>
            </a:lvl7pPr>
            <a:lvl8pPr indent="-438732" lvl="7" marL="3657600">
              <a:spcBef>
                <a:spcPts val="0"/>
              </a:spcBef>
              <a:spcAft>
                <a:spcPts val="0"/>
              </a:spcAft>
              <a:buSzPts val="3309"/>
              <a:buChar char="○"/>
              <a:defRPr sz="3309"/>
            </a:lvl8pPr>
            <a:lvl9pPr indent="-438732" lvl="8" marL="4114800">
              <a:spcBef>
                <a:spcPts val="0"/>
              </a:spcBef>
              <a:spcAft>
                <a:spcPts val="0"/>
              </a:spcAft>
              <a:buSzPts val="3309"/>
              <a:buChar char="■"/>
              <a:defRPr sz="3309"/>
            </a:lvl9pPr>
          </a:lstStyle>
          <a:p/>
        </p:txBody>
      </p:sp>
      <p:sp>
        <p:nvSpPr>
          <p:cNvPr id="39" name="Google Shape;39;p9"/>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561060" y="6768920"/>
            <a:ext cx="10797900" cy="968100"/>
          </a:xfrm>
          <a:prstGeom prst="rect">
            <a:avLst/>
          </a:prstGeom>
        </p:spPr>
        <p:txBody>
          <a:bodyPr anchorCtr="0" anchor="ctr" bIns="216100" lIns="216100" spcFirstLastPara="1" rIns="216100" wrap="square" tIns="216100">
            <a:normAutofit/>
          </a:bodyPr>
          <a:lstStyle>
            <a:lvl1pPr indent="-228600" lvl="0" marL="457200">
              <a:lnSpc>
                <a:spcPct val="100000"/>
              </a:lnSpc>
              <a:spcBef>
                <a:spcPts val="0"/>
              </a:spcBef>
              <a:spcAft>
                <a:spcPts val="0"/>
              </a:spcAft>
              <a:buSzPts val="4255"/>
              <a:buNone/>
              <a:defRPr sz="4255"/>
            </a:lvl1pPr>
          </a:lstStyle>
          <a:p/>
        </p:txBody>
      </p:sp>
      <p:sp>
        <p:nvSpPr>
          <p:cNvPr id="42" name="Google Shape;42;p10"/>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561060" y="1769800"/>
            <a:ext cx="15337200" cy="3141900"/>
          </a:xfrm>
          <a:prstGeom prst="rect">
            <a:avLst/>
          </a:prstGeom>
        </p:spPr>
        <p:txBody>
          <a:bodyPr anchorCtr="0" anchor="b" bIns="216100" lIns="216100" spcFirstLastPara="1" rIns="216100" wrap="square" tIns="216100">
            <a:normAutofit/>
          </a:bodyPr>
          <a:lstStyle>
            <a:lvl1pPr lvl="0" algn="ctr">
              <a:spcBef>
                <a:spcPts val="0"/>
              </a:spcBef>
              <a:spcAft>
                <a:spcPts val="0"/>
              </a:spcAft>
              <a:buSzPts val="28364"/>
              <a:buNone/>
              <a:defRPr sz="28364"/>
            </a:lvl1pPr>
            <a:lvl2pPr lvl="1" algn="ctr">
              <a:spcBef>
                <a:spcPts val="0"/>
              </a:spcBef>
              <a:spcAft>
                <a:spcPts val="0"/>
              </a:spcAft>
              <a:buSzPts val="28364"/>
              <a:buNone/>
              <a:defRPr sz="28364"/>
            </a:lvl2pPr>
            <a:lvl3pPr lvl="2" algn="ctr">
              <a:spcBef>
                <a:spcPts val="0"/>
              </a:spcBef>
              <a:spcAft>
                <a:spcPts val="0"/>
              </a:spcAft>
              <a:buSzPts val="28364"/>
              <a:buNone/>
              <a:defRPr sz="28364"/>
            </a:lvl3pPr>
            <a:lvl4pPr lvl="3" algn="ctr">
              <a:spcBef>
                <a:spcPts val="0"/>
              </a:spcBef>
              <a:spcAft>
                <a:spcPts val="0"/>
              </a:spcAft>
              <a:buSzPts val="28364"/>
              <a:buNone/>
              <a:defRPr sz="28364"/>
            </a:lvl4pPr>
            <a:lvl5pPr lvl="4" algn="ctr">
              <a:spcBef>
                <a:spcPts val="0"/>
              </a:spcBef>
              <a:spcAft>
                <a:spcPts val="0"/>
              </a:spcAft>
              <a:buSzPts val="28364"/>
              <a:buNone/>
              <a:defRPr sz="28364"/>
            </a:lvl5pPr>
            <a:lvl6pPr lvl="5" algn="ctr">
              <a:spcBef>
                <a:spcPts val="0"/>
              </a:spcBef>
              <a:spcAft>
                <a:spcPts val="0"/>
              </a:spcAft>
              <a:buSzPts val="28364"/>
              <a:buNone/>
              <a:defRPr sz="28364"/>
            </a:lvl6pPr>
            <a:lvl7pPr lvl="6" algn="ctr">
              <a:spcBef>
                <a:spcPts val="0"/>
              </a:spcBef>
              <a:spcAft>
                <a:spcPts val="0"/>
              </a:spcAft>
              <a:buSzPts val="28364"/>
              <a:buNone/>
              <a:defRPr sz="28364"/>
            </a:lvl7pPr>
            <a:lvl8pPr lvl="7" algn="ctr">
              <a:spcBef>
                <a:spcPts val="0"/>
              </a:spcBef>
              <a:spcAft>
                <a:spcPts val="0"/>
              </a:spcAft>
              <a:buSzPts val="28364"/>
              <a:buNone/>
              <a:defRPr sz="28364"/>
            </a:lvl8pPr>
            <a:lvl9pPr lvl="8" algn="ctr">
              <a:spcBef>
                <a:spcPts val="0"/>
              </a:spcBef>
              <a:spcAft>
                <a:spcPts val="0"/>
              </a:spcAft>
              <a:buSzPts val="28364"/>
              <a:buNone/>
              <a:defRPr sz="28364"/>
            </a:lvl9pPr>
          </a:lstStyle>
          <a:p>
            <a:r>
              <a:t>xx%</a:t>
            </a:r>
          </a:p>
        </p:txBody>
      </p:sp>
      <p:sp>
        <p:nvSpPr>
          <p:cNvPr id="45" name="Google Shape;45;p11"/>
          <p:cNvSpPr txBox="1"/>
          <p:nvPr>
            <p:ph idx="1" type="body"/>
          </p:nvPr>
        </p:nvSpPr>
        <p:spPr>
          <a:xfrm>
            <a:off x="561060" y="5043560"/>
            <a:ext cx="15337200" cy="2081400"/>
          </a:xfrm>
          <a:prstGeom prst="rect">
            <a:avLst/>
          </a:prstGeom>
        </p:spPr>
        <p:txBody>
          <a:bodyPr anchorCtr="0" anchor="t" bIns="216100" lIns="216100" spcFirstLastPara="1" rIns="216100" wrap="square" tIns="216100">
            <a:normAutofit/>
          </a:bodyPr>
          <a:lstStyle>
            <a:lvl1pPr indent="-498769" lvl="0" marL="457200" algn="ctr">
              <a:spcBef>
                <a:spcPts val="0"/>
              </a:spcBef>
              <a:spcAft>
                <a:spcPts val="0"/>
              </a:spcAft>
              <a:buSzPts val="4255"/>
              <a:buChar char="●"/>
              <a:defRPr sz="4255"/>
            </a:lvl1pPr>
            <a:lvl2pPr indent="-438732" lvl="1" marL="914400" algn="ctr">
              <a:spcBef>
                <a:spcPts val="0"/>
              </a:spcBef>
              <a:spcAft>
                <a:spcPts val="0"/>
              </a:spcAft>
              <a:buSzPts val="3309"/>
              <a:buChar char="○"/>
              <a:defRPr sz="3309"/>
            </a:lvl2pPr>
            <a:lvl3pPr indent="-438732" lvl="2" marL="1371600" algn="ctr">
              <a:spcBef>
                <a:spcPts val="0"/>
              </a:spcBef>
              <a:spcAft>
                <a:spcPts val="0"/>
              </a:spcAft>
              <a:buSzPts val="3309"/>
              <a:buChar char="■"/>
              <a:defRPr sz="3309"/>
            </a:lvl3pPr>
            <a:lvl4pPr indent="-438732" lvl="3" marL="1828800" algn="ctr">
              <a:spcBef>
                <a:spcPts val="0"/>
              </a:spcBef>
              <a:spcAft>
                <a:spcPts val="0"/>
              </a:spcAft>
              <a:buSzPts val="3309"/>
              <a:buChar char="●"/>
              <a:defRPr sz="3309"/>
            </a:lvl4pPr>
            <a:lvl5pPr indent="-438732" lvl="4" marL="2286000" algn="ctr">
              <a:spcBef>
                <a:spcPts val="0"/>
              </a:spcBef>
              <a:spcAft>
                <a:spcPts val="0"/>
              </a:spcAft>
              <a:buSzPts val="3309"/>
              <a:buChar char="○"/>
              <a:defRPr sz="3309"/>
            </a:lvl5pPr>
            <a:lvl6pPr indent="-438732" lvl="5" marL="2743200" algn="ctr">
              <a:spcBef>
                <a:spcPts val="0"/>
              </a:spcBef>
              <a:spcAft>
                <a:spcPts val="0"/>
              </a:spcAft>
              <a:buSzPts val="3309"/>
              <a:buChar char="■"/>
              <a:defRPr sz="3309"/>
            </a:lvl6pPr>
            <a:lvl7pPr indent="-438732" lvl="6" marL="3200400" algn="ctr">
              <a:spcBef>
                <a:spcPts val="0"/>
              </a:spcBef>
              <a:spcAft>
                <a:spcPts val="0"/>
              </a:spcAft>
              <a:buSzPts val="3309"/>
              <a:buChar char="●"/>
              <a:defRPr sz="3309"/>
            </a:lvl7pPr>
            <a:lvl8pPr indent="-438732" lvl="7" marL="3657600" algn="ctr">
              <a:spcBef>
                <a:spcPts val="0"/>
              </a:spcBef>
              <a:spcAft>
                <a:spcPts val="0"/>
              </a:spcAft>
              <a:buSzPts val="3309"/>
              <a:buChar char="○"/>
              <a:defRPr sz="3309"/>
            </a:lvl8pPr>
            <a:lvl9pPr indent="-438732" lvl="8" marL="4114800" algn="ctr">
              <a:spcBef>
                <a:spcPts val="0"/>
              </a:spcBef>
              <a:spcAft>
                <a:spcPts val="0"/>
              </a:spcAft>
              <a:buSzPts val="3309"/>
              <a:buChar char="■"/>
              <a:defRPr sz="3309"/>
            </a:lvl9pPr>
          </a:lstStyle>
          <a:p/>
        </p:txBody>
      </p:sp>
      <p:sp>
        <p:nvSpPr>
          <p:cNvPr id="46" name="Google Shape;46;p11"/>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15250424" y="7461147"/>
            <a:ext cx="987600" cy="629400"/>
          </a:xfrm>
          <a:prstGeom prst="rect">
            <a:avLst/>
          </a:prstGeom>
        </p:spPr>
        <p:txBody>
          <a:bodyPr anchorCtr="0" anchor="ctr" bIns="216100" lIns="216100" spcFirstLastPara="1" rIns="216100" wrap="square" tIns="216100">
            <a:normAutofit fontScale="62500" lnSpcReduction="20000"/>
          </a:bodyPr>
          <a:lstStyle>
            <a:lvl1pPr lvl="0">
              <a:buNone/>
              <a:defRPr sz="2364"/>
            </a:lvl1pPr>
            <a:lvl2pPr lvl="1">
              <a:buNone/>
              <a:defRPr sz="2364"/>
            </a:lvl2pPr>
            <a:lvl3pPr lvl="2">
              <a:buNone/>
              <a:defRPr sz="2364"/>
            </a:lvl3pPr>
            <a:lvl4pPr lvl="3">
              <a:buNone/>
              <a:defRPr sz="2364"/>
            </a:lvl4pPr>
            <a:lvl5pPr lvl="4">
              <a:buNone/>
              <a:defRPr sz="2364"/>
            </a:lvl5pPr>
            <a:lvl6pPr lvl="5">
              <a:buNone/>
              <a:defRPr sz="2364"/>
            </a:lvl6pPr>
            <a:lvl7pPr lvl="6">
              <a:buNone/>
              <a:defRPr sz="2364"/>
            </a:lvl7pPr>
            <a:lvl8pPr lvl="7">
              <a:buNone/>
              <a:defRPr sz="2364"/>
            </a:lvl8pPr>
            <a:lvl9pPr lvl="8">
              <a:buNone/>
              <a:defRPr sz="236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61060" y="712040"/>
            <a:ext cx="15337200" cy="916200"/>
          </a:xfrm>
          <a:prstGeom prst="rect">
            <a:avLst/>
          </a:prstGeom>
          <a:noFill/>
          <a:ln>
            <a:noFill/>
          </a:ln>
        </p:spPr>
        <p:txBody>
          <a:bodyPr anchorCtr="0" anchor="t" bIns="216100" lIns="216100" spcFirstLastPara="1" rIns="216100" wrap="square" tIns="216100">
            <a:normAutofit/>
          </a:bodyPr>
          <a:lstStyle>
            <a:lvl1pPr lvl="0">
              <a:spcBef>
                <a:spcPts val="0"/>
              </a:spcBef>
              <a:spcAft>
                <a:spcPts val="0"/>
              </a:spcAft>
              <a:buClr>
                <a:schemeClr val="dk1"/>
              </a:buClr>
              <a:buSzPts val="6618"/>
              <a:buNone/>
              <a:defRPr sz="6618">
                <a:solidFill>
                  <a:schemeClr val="dk1"/>
                </a:solidFill>
              </a:defRPr>
            </a:lvl1pPr>
            <a:lvl2pPr lvl="1">
              <a:spcBef>
                <a:spcPts val="0"/>
              </a:spcBef>
              <a:spcAft>
                <a:spcPts val="0"/>
              </a:spcAft>
              <a:buClr>
                <a:schemeClr val="dk1"/>
              </a:buClr>
              <a:buSzPts val="6618"/>
              <a:buNone/>
              <a:defRPr sz="6618">
                <a:solidFill>
                  <a:schemeClr val="dk1"/>
                </a:solidFill>
              </a:defRPr>
            </a:lvl2pPr>
            <a:lvl3pPr lvl="2">
              <a:spcBef>
                <a:spcPts val="0"/>
              </a:spcBef>
              <a:spcAft>
                <a:spcPts val="0"/>
              </a:spcAft>
              <a:buClr>
                <a:schemeClr val="dk1"/>
              </a:buClr>
              <a:buSzPts val="6618"/>
              <a:buNone/>
              <a:defRPr sz="6618">
                <a:solidFill>
                  <a:schemeClr val="dk1"/>
                </a:solidFill>
              </a:defRPr>
            </a:lvl3pPr>
            <a:lvl4pPr lvl="3">
              <a:spcBef>
                <a:spcPts val="0"/>
              </a:spcBef>
              <a:spcAft>
                <a:spcPts val="0"/>
              </a:spcAft>
              <a:buClr>
                <a:schemeClr val="dk1"/>
              </a:buClr>
              <a:buSzPts val="6618"/>
              <a:buNone/>
              <a:defRPr sz="6618">
                <a:solidFill>
                  <a:schemeClr val="dk1"/>
                </a:solidFill>
              </a:defRPr>
            </a:lvl4pPr>
            <a:lvl5pPr lvl="4">
              <a:spcBef>
                <a:spcPts val="0"/>
              </a:spcBef>
              <a:spcAft>
                <a:spcPts val="0"/>
              </a:spcAft>
              <a:buClr>
                <a:schemeClr val="dk1"/>
              </a:buClr>
              <a:buSzPts val="6618"/>
              <a:buNone/>
              <a:defRPr sz="6618">
                <a:solidFill>
                  <a:schemeClr val="dk1"/>
                </a:solidFill>
              </a:defRPr>
            </a:lvl5pPr>
            <a:lvl6pPr lvl="5">
              <a:spcBef>
                <a:spcPts val="0"/>
              </a:spcBef>
              <a:spcAft>
                <a:spcPts val="0"/>
              </a:spcAft>
              <a:buClr>
                <a:schemeClr val="dk1"/>
              </a:buClr>
              <a:buSzPts val="6618"/>
              <a:buNone/>
              <a:defRPr sz="6618">
                <a:solidFill>
                  <a:schemeClr val="dk1"/>
                </a:solidFill>
              </a:defRPr>
            </a:lvl6pPr>
            <a:lvl7pPr lvl="6">
              <a:spcBef>
                <a:spcPts val="0"/>
              </a:spcBef>
              <a:spcAft>
                <a:spcPts val="0"/>
              </a:spcAft>
              <a:buClr>
                <a:schemeClr val="dk1"/>
              </a:buClr>
              <a:buSzPts val="6618"/>
              <a:buNone/>
              <a:defRPr sz="6618">
                <a:solidFill>
                  <a:schemeClr val="dk1"/>
                </a:solidFill>
              </a:defRPr>
            </a:lvl7pPr>
            <a:lvl8pPr lvl="7">
              <a:spcBef>
                <a:spcPts val="0"/>
              </a:spcBef>
              <a:spcAft>
                <a:spcPts val="0"/>
              </a:spcAft>
              <a:buClr>
                <a:schemeClr val="dk1"/>
              </a:buClr>
              <a:buSzPts val="6618"/>
              <a:buNone/>
              <a:defRPr sz="6618">
                <a:solidFill>
                  <a:schemeClr val="dk1"/>
                </a:solidFill>
              </a:defRPr>
            </a:lvl8pPr>
            <a:lvl9pPr lvl="8">
              <a:spcBef>
                <a:spcPts val="0"/>
              </a:spcBef>
              <a:spcAft>
                <a:spcPts val="0"/>
              </a:spcAft>
              <a:buClr>
                <a:schemeClr val="dk1"/>
              </a:buClr>
              <a:buSzPts val="6618"/>
              <a:buNone/>
              <a:defRPr sz="6618">
                <a:solidFill>
                  <a:schemeClr val="dk1"/>
                </a:solidFill>
              </a:defRPr>
            </a:lvl9pPr>
          </a:lstStyle>
          <a:p/>
        </p:txBody>
      </p:sp>
      <p:sp>
        <p:nvSpPr>
          <p:cNvPr id="7" name="Google Shape;7;p1"/>
          <p:cNvSpPr txBox="1"/>
          <p:nvPr>
            <p:ph idx="1" type="body"/>
          </p:nvPr>
        </p:nvSpPr>
        <p:spPr>
          <a:xfrm>
            <a:off x="561060" y="1843960"/>
            <a:ext cx="15337200" cy="5466000"/>
          </a:xfrm>
          <a:prstGeom prst="rect">
            <a:avLst/>
          </a:prstGeom>
          <a:noFill/>
          <a:ln>
            <a:noFill/>
          </a:ln>
        </p:spPr>
        <p:txBody>
          <a:bodyPr anchorCtr="0" anchor="t" bIns="216100" lIns="216100" spcFirstLastPara="1" rIns="216100" wrap="square" tIns="216100">
            <a:normAutofit/>
          </a:bodyPr>
          <a:lstStyle>
            <a:lvl1pPr indent="-498769" lvl="0" marL="457200">
              <a:lnSpc>
                <a:spcPct val="115000"/>
              </a:lnSpc>
              <a:spcBef>
                <a:spcPts val="0"/>
              </a:spcBef>
              <a:spcAft>
                <a:spcPts val="0"/>
              </a:spcAft>
              <a:buClr>
                <a:schemeClr val="dk2"/>
              </a:buClr>
              <a:buSzPts val="4255"/>
              <a:buChar char="●"/>
              <a:defRPr sz="4255">
                <a:solidFill>
                  <a:schemeClr val="dk2"/>
                </a:solidFill>
              </a:defRPr>
            </a:lvl1pPr>
            <a:lvl2pPr indent="-438732" lvl="1" marL="914400">
              <a:lnSpc>
                <a:spcPct val="115000"/>
              </a:lnSpc>
              <a:spcBef>
                <a:spcPts val="0"/>
              </a:spcBef>
              <a:spcAft>
                <a:spcPts val="0"/>
              </a:spcAft>
              <a:buClr>
                <a:schemeClr val="dk2"/>
              </a:buClr>
              <a:buSzPts val="3309"/>
              <a:buChar char="○"/>
              <a:defRPr sz="3309">
                <a:solidFill>
                  <a:schemeClr val="dk2"/>
                </a:solidFill>
              </a:defRPr>
            </a:lvl2pPr>
            <a:lvl3pPr indent="-438732" lvl="2" marL="1371600">
              <a:lnSpc>
                <a:spcPct val="115000"/>
              </a:lnSpc>
              <a:spcBef>
                <a:spcPts val="0"/>
              </a:spcBef>
              <a:spcAft>
                <a:spcPts val="0"/>
              </a:spcAft>
              <a:buClr>
                <a:schemeClr val="dk2"/>
              </a:buClr>
              <a:buSzPts val="3309"/>
              <a:buChar char="■"/>
              <a:defRPr sz="3309">
                <a:solidFill>
                  <a:schemeClr val="dk2"/>
                </a:solidFill>
              </a:defRPr>
            </a:lvl3pPr>
            <a:lvl4pPr indent="-438732" lvl="3" marL="1828800">
              <a:lnSpc>
                <a:spcPct val="115000"/>
              </a:lnSpc>
              <a:spcBef>
                <a:spcPts val="0"/>
              </a:spcBef>
              <a:spcAft>
                <a:spcPts val="0"/>
              </a:spcAft>
              <a:buClr>
                <a:schemeClr val="dk2"/>
              </a:buClr>
              <a:buSzPts val="3309"/>
              <a:buChar char="●"/>
              <a:defRPr sz="3309">
                <a:solidFill>
                  <a:schemeClr val="dk2"/>
                </a:solidFill>
              </a:defRPr>
            </a:lvl4pPr>
            <a:lvl5pPr indent="-438732" lvl="4" marL="2286000">
              <a:lnSpc>
                <a:spcPct val="115000"/>
              </a:lnSpc>
              <a:spcBef>
                <a:spcPts val="0"/>
              </a:spcBef>
              <a:spcAft>
                <a:spcPts val="0"/>
              </a:spcAft>
              <a:buClr>
                <a:schemeClr val="dk2"/>
              </a:buClr>
              <a:buSzPts val="3309"/>
              <a:buChar char="○"/>
              <a:defRPr sz="3309">
                <a:solidFill>
                  <a:schemeClr val="dk2"/>
                </a:solidFill>
              </a:defRPr>
            </a:lvl5pPr>
            <a:lvl6pPr indent="-438732" lvl="5" marL="2743200">
              <a:lnSpc>
                <a:spcPct val="115000"/>
              </a:lnSpc>
              <a:spcBef>
                <a:spcPts val="0"/>
              </a:spcBef>
              <a:spcAft>
                <a:spcPts val="0"/>
              </a:spcAft>
              <a:buClr>
                <a:schemeClr val="dk2"/>
              </a:buClr>
              <a:buSzPts val="3309"/>
              <a:buChar char="■"/>
              <a:defRPr sz="3309">
                <a:solidFill>
                  <a:schemeClr val="dk2"/>
                </a:solidFill>
              </a:defRPr>
            </a:lvl6pPr>
            <a:lvl7pPr indent="-438732" lvl="6" marL="3200400">
              <a:lnSpc>
                <a:spcPct val="115000"/>
              </a:lnSpc>
              <a:spcBef>
                <a:spcPts val="0"/>
              </a:spcBef>
              <a:spcAft>
                <a:spcPts val="0"/>
              </a:spcAft>
              <a:buClr>
                <a:schemeClr val="dk2"/>
              </a:buClr>
              <a:buSzPts val="3309"/>
              <a:buChar char="●"/>
              <a:defRPr sz="3309">
                <a:solidFill>
                  <a:schemeClr val="dk2"/>
                </a:solidFill>
              </a:defRPr>
            </a:lvl7pPr>
            <a:lvl8pPr indent="-438732" lvl="7" marL="3657600">
              <a:lnSpc>
                <a:spcPct val="115000"/>
              </a:lnSpc>
              <a:spcBef>
                <a:spcPts val="0"/>
              </a:spcBef>
              <a:spcAft>
                <a:spcPts val="0"/>
              </a:spcAft>
              <a:buClr>
                <a:schemeClr val="dk2"/>
              </a:buClr>
              <a:buSzPts val="3309"/>
              <a:buChar char="○"/>
              <a:defRPr sz="3309">
                <a:solidFill>
                  <a:schemeClr val="dk2"/>
                </a:solidFill>
              </a:defRPr>
            </a:lvl8pPr>
            <a:lvl9pPr indent="-438732" lvl="8" marL="4114800">
              <a:lnSpc>
                <a:spcPct val="115000"/>
              </a:lnSpc>
              <a:spcBef>
                <a:spcPts val="0"/>
              </a:spcBef>
              <a:spcAft>
                <a:spcPts val="0"/>
              </a:spcAft>
              <a:buClr>
                <a:schemeClr val="dk2"/>
              </a:buClr>
              <a:buSzPts val="3309"/>
              <a:buChar char="■"/>
              <a:defRPr sz="3309">
                <a:solidFill>
                  <a:schemeClr val="dk2"/>
                </a:solidFill>
              </a:defRPr>
            </a:lvl9pPr>
          </a:lstStyle>
          <a:p/>
        </p:txBody>
      </p:sp>
      <p:sp>
        <p:nvSpPr>
          <p:cNvPr id="8" name="Google Shape;8;p1"/>
          <p:cNvSpPr txBox="1"/>
          <p:nvPr>
            <p:ph idx="12" type="sldNum"/>
          </p:nvPr>
        </p:nvSpPr>
        <p:spPr>
          <a:xfrm>
            <a:off x="15250424" y="7461147"/>
            <a:ext cx="987600" cy="629400"/>
          </a:xfrm>
          <a:prstGeom prst="rect">
            <a:avLst/>
          </a:prstGeom>
          <a:noFill/>
          <a:ln>
            <a:noFill/>
          </a:ln>
        </p:spPr>
        <p:txBody>
          <a:bodyPr anchorCtr="0" anchor="ctr" bIns="216100" lIns="216100" spcFirstLastPara="1" rIns="216100" wrap="square" tIns="216100">
            <a:normAutofit fontScale="62500" lnSpcReduction="20000"/>
          </a:bodyPr>
          <a:lstStyle>
            <a:lvl1pPr lvl="0" algn="r">
              <a:buNone/>
              <a:defRPr sz="2364">
                <a:solidFill>
                  <a:schemeClr val="dk2"/>
                </a:solidFill>
              </a:defRPr>
            </a:lvl1pPr>
            <a:lvl2pPr lvl="1" algn="r">
              <a:buNone/>
              <a:defRPr sz="2364">
                <a:solidFill>
                  <a:schemeClr val="dk2"/>
                </a:solidFill>
              </a:defRPr>
            </a:lvl2pPr>
            <a:lvl3pPr lvl="2" algn="r">
              <a:buNone/>
              <a:defRPr sz="2364">
                <a:solidFill>
                  <a:schemeClr val="dk2"/>
                </a:solidFill>
              </a:defRPr>
            </a:lvl3pPr>
            <a:lvl4pPr lvl="3" algn="r">
              <a:buNone/>
              <a:defRPr sz="2364">
                <a:solidFill>
                  <a:schemeClr val="dk2"/>
                </a:solidFill>
              </a:defRPr>
            </a:lvl4pPr>
            <a:lvl5pPr lvl="4" algn="r">
              <a:buNone/>
              <a:defRPr sz="2364">
                <a:solidFill>
                  <a:schemeClr val="dk2"/>
                </a:solidFill>
              </a:defRPr>
            </a:lvl5pPr>
            <a:lvl6pPr lvl="5" algn="r">
              <a:buNone/>
              <a:defRPr sz="2364">
                <a:solidFill>
                  <a:schemeClr val="dk2"/>
                </a:solidFill>
              </a:defRPr>
            </a:lvl6pPr>
            <a:lvl7pPr lvl="6" algn="r">
              <a:buNone/>
              <a:defRPr sz="2364">
                <a:solidFill>
                  <a:schemeClr val="dk2"/>
                </a:solidFill>
              </a:defRPr>
            </a:lvl7pPr>
            <a:lvl8pPr lvl="7" algn="r">
              <a:buNone/>
              <a:defRPr sz="2364">
                <a:solidFill>
                  <a:schemeClr val="dk2"/>
                </a:solidFill>
              </a:defRPr>
            </a:lvl8pPr>
            <a:lvl9pPr lvl="8" algn="r">
              <a:buNone/>
              <a:defRPr sz="2364">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gif"/><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52" name="Shape 52"/>
        <p:cNvGrpSpPr/>
        <p:nvPr/>
      </p:nvGrpSpPr>
      <p:grpSpPr>
        <a:xfrm>
          <a:off x="0" y="0"/>
          <a:ext cx="0" cy="0"/>
          <a:chOff x="0" y="0"/>
          <a:chExt cx="0" cy="0"/>
        </a:xfrm>
      </p:grpSpPr>
      <p:sp>
        <p:nvSpPr>
          <p:cNvPr id="53" name="Google Shape;53;p13"/>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Let’s explore how the same value can be shown using different fractions.</a:t>
            </a:r>
            <a:endParaRPr sz="3455">
              <a:solidFill>
                <a:schemeClr val="lt1"/>
              </a:solidFill>
              <a:latin typeface="Montserrat Medium"/>
              <a:ea typeface="Montserrat Medium"/>
              <a:cs typeface="Montserrat Medium"/>
              <a:sym typeface="Montserrat Medium"/>
            </a:endParaRPr>
          </a:p>
        </p:txBody>
      </p:sp>
      <p:sp>
        <p:nvSpPr>
          <p:cNvPr id="54" name="Google Shape;54;p13"/>
          <p:cNvSpPr txBox="1"/>
          <p:nvPr/>
        </p:nvSpPr>
        <p:spPr>
          <a:xfrm>
            <a:off x="6258375" y="840375"/>
            <a:ext cx="6177000" cy="12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Pulsate the blocks one by one and also pulsate one whole block right side</a:t>
            </a:r>
            <a:endParaRPr sz="2855">
              <a:solidFill>
                <a:srgbClr val="FF00FF"/>
              </a:solidFill>
            </a:endParaRPr>
          </a:p>
        </p:txBody>
      </p:sp>
      <p:sp>
        <p:nvSpPr>
          <p:cNvPr id="55" name="Google Shape;55;p13"/>
          <p:cNvSpPr txBox="1"/>
          <p:nvPr/>
        </p:nvSpPr>
        <p:spPr>
          <a:xfrm>
            <a:off x="930825" y="5192225"/>
            <a:ext cx="6177000" cy="12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After 2 seconds highlight the slider  and add slicer </a:t>
            </a:r>
            <a:endParaRPr sz="2855">
              <a:solidFill>
                <a:srgbClr val="FF00FF"/>
              </a:solidFill>
            </a:endParaRPr>
          </a:p>
        </p:txBody>
      </p:sp>
      <p:pic>
        <p:nvPicPr>
          <p:cNvPr id="56" name="Google Shape;56;p13"/>
          <p:cNvPicPr preferRelativeResize="0"/>
          <p:nvPr/>
        </p:nvPicPr>
        <p:blipFill rotWithShape="1">
          <a:blip r:embed="rId3">
            <a:alphaModFix/>
          </a:blip>
          <a:srcRect b="31485" l="7332" r="6912" t="27444"/>
          <a:stretch/>
        </p:blipFill>
        <p:spPr>
          <a:xfrm>
            <a:off x="238648" y="2509871"/>
            <a:ext cx="4086267" cy="1304681"/>
          </a:xfrm>
          <a:prstGeom prst="rect">
            <a:avLst/>
          </a:prstGeom>
          <a:noFill/>
          <a:ln>
            <a:noFill/>
          </a:ln>
        </p:spPr>
      </p:pic>
      <p:pic>
        <p:nvPicPr>
          <p:cNvPr id="57" name="Google Shape;57;p13"/>
          <p:cNvPicPr preferRelativeResize="0"/>
          <p:nvPr/>
        </p:nvPicPr>
        <p:blipFill rotWithShape="1">
          <a:blip r:embed="rId3">
            <a:alphaModFix/>
          </a:blip>
          <a:srcRect b="31485" l="7332" r="6912" t="27444"/>
          <a:stretch/>
        </p:blipFill>
        <p:spPr>
          <a:xfrm>
            <a:off x="4615373" y="2509871"/>
            <a:ext cx="4086267" cy="1304681"/>
          </a:xfrm>
          <a:prstGeom prst="rect">
            <a:avLst/>
          </a:prstGeom>
          <a:noFill/>
          <a:ln>
            <a:noFill/>
          </a:ln>
        </p:spPr>
      </p:pic>
      <p:pic>
        <p:nvPicPr>
          <p:cNvPr id="58" name="Google Shape;58;p13"/>
          <p:cNvPicPr preferRelativeResize="0"/>
          <p:nvPr/>
        </p:nvPicPr>
        <p:blipFill rotWithShape="1">
          <a:blip r:embed="rId3">
            <a:alphaModFix/>
          </a:blip>
          <a:srcRect b="31485" l="7332" r="6912" t="27444"/>
          <a:stretch/>
        </p:blipFill>
        <p:spPr>
          <a:xfrm>
            <a:off x="8992105" y="2509871"/>
            <a:ext cx="4086267" cy="1304681"/>
          </a:xfrm>
          <a:prstGeom prst="rect">
            <a:avLst/>
          </a:prstGeom>
          <a:noFill/>
          <a:ln>
            <a:noFill/>
          </a:ln>
        </p:spPr>
      </p:pic>
      <p:sp>
        <p:nvSpPr>
          <p:cNvPr id="59" name="Google Shape;59;p13"/>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999999"/>
                </a:solidFill>
              </a:rPr>
              <a:t>=</a:t>
            </a:r>
            <a:endParaRPr b="1" sz="5755">
              <a:solidFill>
                <a:srgbClr val="999999"/>
              </a:solidFill>
            </a:endParaRPr>
          </a:p>
        </p:txBody>
      </p:sp>
      <p:sp>
        <p:nvSpPr>
          <p:cNvPr id="60" name="Google Shape;60;p13"/>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999999"/>
                </a:solidFill>
              </a:rPr>
              <a:t>=</a:t>
            </a:r>
            <a:endParaRPr b="1" sz="5755">
              <a:solidFill>
                <a:srgbClr val="999999"/>
              </a:solidFill>
            </a:endParaRPr>
          </a:p>
        </p:txBody>
      </p:sp>
      <p:sp>
        <p:nvSpPr>
          <p:cNvPr id="61" name="Google Shape;61;p13"/>
          <p:cNvSpPr txBox="1"/>
          <p:nvPr/>
        </p:nvSpPr>
        <p:spPr>
          <a:xfrm>
            <a:off x="1473017" y="289043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1</a:t>
            </a:r>
            <a:endParaRPr b="1" sz="4655">
              <a:solidFill>
                <a:srgbClr val="666666"/>
              </a:solidFill>
            </a:endParaRPr>
          </a:p>
        </p:txBody>
      </p:sp>
      <p:sp>
        <p:nvSpPr>
          <p:cNvPr id="62" name="Google Shape;62;p13"/>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63" name="Google Shape;63;p13"/>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cxnSp>
        <p:nvCxnSpPr>
          <p:cNvPr id="64" name="Google Shape;64;p13"/>
          <p:cNvCxnSpPr/>
          <p:nvPr/>
        </p:nvCxnSpPr>
        <p:spPr>
          <a:xfrm>
            <a:off x="14587224" y="2509865"/>
            <a:ext cx="14700" cy="3535500"/>
          </a:xfrm>
          <a:prstGeom prst="straightConnector1">
            <a:avLst/>
          </a:prstGeom>
          <a:noFill/>
          <a:ln cap="flat" cmpd="sng" w="114300">
            <a:solidFill>
              <a:srgbClr val="666666"/>
            </a:solidFill>
            <a:prstDash val="solid"/>
            <a:round/>
            <a:headEnd len="med" w="med" type="none"/>
            <a:tailEnd len="med" w="med" type="none"/>
          </a:ln>
        </p:spPr>
      </p:cxnSp>
      <p:cxnSp>
        <p:nvCxnSpPr>
          <p:cNvPr id="65" name="Google Shape;65;p13"/>
          <p:cNvCxnSpPr/>
          <p:nvPr/>
        </p:nvCxnSpPr>
        <p:spPr>
          <a:xfrm flipH="1" rot="10800000">
            <a:off x="14352416" y="5100288"/>
            <a:ext cx="580800" cy="19500"/>
          </a:xfrm>
          <a:prstGeom prst="straightConnector1">
            <a:avLst/>
          </a:prstGeom>
          <a:noFill/>
          <a:ln cap="flat" cmpd="sng" w="38100">
            <a:solidFill>
              <a:srgbClr val="999999"/>
            </a:solidFill>
            <a:prstDash val="solid"/>
            <a:round/>
            <a:headEnd len="med" w="med" type="none"/>
            <a:tailEnd len="med" w="med" type="none"/>
          </a:ln>
        </p:spPr>
      </p:cxnSp>
      <p:cxnSp>
        <p:nvCxnSpPr>
          <p:cNvPr id="66" name="Google Shape;66;p13"/>
          <p:cNvCxnSpPr/>
          <p:nvPr/>
        </p:nvCxnSpPr>
        <p:spPr>
          <a:xfrm flipH="1" rot="10800000">
            <a:off x="14330542" y="3955316"/>
            <a:ext cx="580800" cy="19500"/>
          </a:xfrm>
          <a:prstGeom prst="straightConnector1">
            <a:avLst/>
          </a:prstGeom>
          <a:noFill/>
          <a:ln cap="flat" cmpd="sng" w="38100">
            <a:solidFill>
              <a:srgbClr val="999999"/>
            </a:solidFill>
            <a:prstDash val="solid"/>
            <a:round/>
            <a:headEnd len="med" w="med" type="none"/>
            <a:tailEnd len="med" w="med" type="none"/>
          </a:ln>
        </p:spPr>
      </p:cxnSp>
      <p:sp>
        <p:nvSpPr>
          <p:cNvPr id="67" name="Google Shape;67;p13"/>
          <p:cNvSpPr/>
          <p:nvPr/>
        </p:nvSpPr>
        <p:spPr>
          <a:xfrm>
            <a:off x="13713428" y="6068603"/>
            <a:ext cx="1800900" cy="832800"/>
          </a:xfrm>
          <a:prstGeom prst="rect">
            <a:avLst/>
          </a:prstGeom>
          <a:solidFill>
            <a:srgbClr val="B45F0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lt1"/>
                </a:solidFill>
              </a:rPr>
              <a:t>One</a:t>
            </a:r>
            <a:r>
              <a:rPr lang="en" sz="2000">
                <a:solidFill>
                  <a:schemeClr val="lt1"/>
                </a:solidFill>
              </a:rPr>
              <a:t> </a:t>
            </a:r>
            <a:r>
              <a:rPr lang="en" sz="2000">
                <a:solidFill>
                  <a:schemeClr val="lt1"/>
                </a:solidFill>
              </a:rPr>
              <a:t>Whole </a:t>
            </a:r>
            <a:endParaRPr sz="2000">
              <a:solidFill>
                <a:schemeClr val="lt1"/>
              </a:solidFill>
            </a:endParaRPr>
          </a:p>
          <a:p>
            <a:pPr indent="0" lvl="0" marL="0" rtl="0" algn="ctr">
              <a:spcBef>
                <a:spcPts val="0"/>
              </a:spcBef>
              <a:spcAft>
                <a:spcPts val="0"/>
              </a:spcAft>
              <a:buNone/>
            </a:pPr>
            <a:r>
              <a:rPr lang="en" sz="2000">
                <a:solidFill>
                  <a:schemeClr val="lt1"/>
                </a:solidFill>
              </a:rPr>
              <a:t>clay block</a:t>
            </a:r>
            <a:endParaRPr sz="2000">
              <a:solidFill>
                <a:schemeClr val="lt1"/>
              </a:solidFill>
            </a:endParaRPr>
          </a:p>
        </p:txBody>
      </p:sp>
      <p:sp>
        <p:nvSpPr>
          <p:cNvPr id="68" name="Google Shape;68;p13"/>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134F5C"/>
                </a:solidFill>
              </a:rPr>
              <a:t>2</a:t>
            </a:r>
            <a:endParaRPr b="1" sz="3650">
              <a:solidFill>
                <a:srgbClr val="134F5C"/>
              </a:solidFill>
            </a:endParaRPr>
          </a:p>
        </p:txBody>
      </p:sp>
      <p:sp>
        <p:nvSpPr>
          <p:cNvPr id="69" name="Google Shape;69;p13"/>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4</a:t>
            </a:r>
            <a:endParaRPr b="1" sz="3655">
              <a:solidFill>
                <a:srgbClr val="134F5C"/>
              </a:solidFill>
            </a:endParaRPr>
          </a:p>
        </p:txBody>
      </p:sp>
      <p:sp>
        <p:nvSpPr>
          <p:cNvPr id="70" name="Google Shape;70;p13"/>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71" name="Google Shape;71;p13"/>
          <p:cNvCxnSpPr/>
          <p:nvPr/>
        </p:nvCxnSpPr>
        <p:spPr>
          <a:xfrm flipH="1" rot="10800000">
            <a:off x="14328032" y="2907162"/>
            <a:ext cx="580800" cy="19500"/>
          </a:xfrm>
          <a:prstGeom prst="straightConnector1">
            <a:avLst/>
          </a:prstGeom>
          <a:noFill/>
          <a:ln cap="flat" cmpd="sng" w="38100">
            <a:solidFill>
              <a:srgbClr val="999999"/>
            </a:solidFill>
            <a:prstDash val="solid"/>
            <a:round/>
            <a:headEnd len="med" w="med" type="none"/>
            <a:tailEnd len="med" w="med" type="none"/>
          </a:ln>
        </p:spPr>
      </p:cxnSp>
      <p:sp>
        <p:nvSpPr>
          <p:cNvPr id="72" name="Google Shape;72;p13"/>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76" name="Shape 76"/>
        <p:cNvGrpSpPr/>
        <p:nvPr/>
      </p:nvGrpSpPr>
      <p:grpSpPr>
        <a:xfrm>
          <a:off x="0" y="0"/>
          <a:ext cx="0" cy="0"/>
          <a:chOff x="0" y="0"/>
          <a:chExt cx="0" cy="0"/>
        </a:xfrm>
      </p:grpSpPr>
      <p:sp>
        <p:nvSpPr>
          <p:cNvPr id="77" name="Google Shape;77;p14"/>
          <p:cNvSpPr txBox="1"/>
          <p:nvPr/>
        </p:nvSpPr>
        <p:spPr>
          <a:xfrm>
            <a:off x="6258375" y="840375"/>
            <a:ext cx="6177000" cy="12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Pulsate first block and after 2 seconds dehighlight 2nd and 3rd block and should appear like next slide</a:t>
            </a:r>
            <a:endParaRPr sz="2855">
              <a:solidFill>
                <a:srgbClr val="FF00FF"/>
              </a:solidFill>
            </a:endParaRPr>
          </a:p>
        </p:txBody>
      </p:sp>
      <p:pic>
        <p:nvPicPr>
          <p:cNvPr id="78" name="Google Shape;78;p14"/>
          <p:cNvPicPr preferRelativeResize="0"/>
          <p:nvPr/>
        </p:nvPicPr>
        <p:blipFill rotWithShape="1">
          <a:blip r:embed="rId3">
            <a:alphaModFix/>
          </a:blip>
          <a:srcRect b="31485" l="7332" r="6912" t="27444"/>
          <a:stretch/>
        </p:blipFill>
        <p:spPr>
          <a:xfrm>
            <a:off x="202948" y="2509871"/>
            <a:ext cx="4086267" cy="1304681"/>
          </a:xfrm>
          <a:prstGeom prst="rect">
            <a:avLst/>
          </a:prstGeom>
          <a:noFill/>
          <a:ln>
            <a:noFill/>
          </a:ln>
        </p:spPr>
      </p:pic>
      <p:pic>
        <p:nvPicPr>
          <p:cNvPr id="79" name="Google Shape;79;p14"/>
          <p:cNvPicPr preferRelativeResize="0"/>
          <p:nvPr/>
        </p:nvPicPr>
        <p:blipFill rotWithShape="1">
          <a:blip r:embed="rId3">
            <a:alphaModFix/>
          </a:blip>
          <a:srcRect b="31485" l="7332" r="6912" t="27444"/>
          <a:stretch/>
        </p:blipFill>
        <p:spPr>
          <a:xfrm>
            <a:off x="4615373" y="2509871"/>
            <a:ext cx="4086267" cy="1304681"/>
          </a:xfrm>
          <a:prstGeom prst="rect">
            <a:avLst/>
          </a:prstGeom>
          <a:noFill/>
          <a:ln>
            <a:noFill/>
          </a:ln>
        </p:spPr>
      </p:pic>
      <p:pic>
        <p:nvPicPr>
          <p:cNvPr id="80" name="Google Shape;80;p14"/>
          <p:cNvPicPr preferRelativeResize="0"/>
          <p:nvPr/>
        </p:nvPicPr>
        <p:blipFill rotWithShape="1">
          <a:blip r:embed="rId3">
            <a:alphaModFix/>
          </a:blip>
          <a:srcRect b="31485" l="7332" r="6912" t="27444"/>
          <a:stretch/>
        </p:blipFill>
        <p:spPr>
          <a:xfrm>
            <a:off x="8992105" y="2509871"/>
            <a:ext cx="4086267" cy="1304681"/>
          </a:xfrm>
          <a:prstGeom prst="rect">
            <a:avLst/>
          </a:prstGeom>
          <a:noFill/>
          <a:ln>
            <a:noFill/>
          </a:ln>
        </p:spPr>
      </p:pic>
      <p:sp>
        <p:nvSpPr>
          <p:cNvPr id="81" name="Google Shape;81;p14"/>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999999"/>
                </a:solidFill>
              </a:rPr>
              <a:t>=</a:t>
            </a:r>
            <a:endParaRPr b="1" sz="5755">
              <a:solidFill>
                <a:srgbClr val="999999"/>
              </a:solidFill>
            </a:endParaRPr>
          </a:p>
        </p:txBody>
      </p:sp>
      <p:sp>
        <p:nvSpPr>
          <p:cNvPr id="82" name="Google Shape;82;p14"/>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999999"/>
                </a:solidFill>
              </a:rPr>
              <a:t>=</a:t>
            </a:r>
            <a:endParaRPr b="1" sz="5755">
              <a:solidFill>
                <a:srgbClr val="999999"/>
              </a:solidFill>
            </a:endParaRPr>
          </a:p>
        </p:txBody>
      </p:sp>
      <p:sp>
        <p:nvSpPr>
          <p:cNvPr id="83" name="Google Shape;83;p14"/>
          <p:cNvSpPr txBox="1"/>
          <p:nvPr/>
        </p:nvSpPr>
        <p:spPr>
          <a:xfrm>
            <a:off x="1473017" y="289043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1</a:t>
            </a:r>
            <a:endParaRPr b="1" sz="4655">
              <a:solidFill>
                <a:srgbClr val="666666"/>
              </a:solidFill>
            </a:endParaRPr>
          </a:p>
        </p:txBody>
      </p:sp>
      <p:sp>
        <p:nvSpPr>
          <p:cNvPr id="84" name="Google Shape;84;p14"/>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85" name="Google Shape;85;p14"/>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cxnSp>
        <p:nvCxnSpPr>
          <p:cNvPr id="86" name="Google Shape;86;p14"/>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87" name="Google Shape;87;p14"/>
          <p:cNvSpPr/>
          <p:nvPr/>
        </p:nvSpPr>
        <p:spPr>
          <a:xfrm>
            <a:off x="13713428" y="6068603"/>
            <a:ext cx="1800900" cy="832800"/>
          </a:xfrm>
          <a:prstGeom prst="rect">
            <a:avLst/>
          </a:prstGeom>
          <a:solidFill>
            <a:srgbClr val="B45F0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lt1"/>
                </a:solidFill>
              </a:rPr>
              <a:t>One Whole </a:t>
            </a:r>
            <a:endParaRPr sz="2000">
              <a:solidFill>
                <a:schemeClr val="lt1"/>
              </a:solidFill>
            </a:endParaRPr>
          </a:p>
          <a:p>
            <a:pPr indent="0" lvl="0" marL="0" marR="0" rtl="0" algn="ctr">
              <a:lnSpc>
                <a:spcPct val="100000"/>
              </a:lnSpc>
              <a:spcBef>
                <a:spcPts val="0"/>
              </a:spcBef>
              <a:spcAft>
                <a:spcPts val="0"/>
              </a:spcAft>
              <a:buNone/>
            </a:pPr>
            <a:r>
              <a:rPr lang="en" sz="2000">
                <a:solidFill>
                  <a:schemeClr val="lt1"/>
                </a:solidFill>
              </a:rPr>
              <a:t>clay block</a:t>
            </a:r>
            <a:endParaRPr sz="2000">
              <a:solidFill>
                <a:schemeClr val="lt1"/>
              </a:solidFill>
            </a:endParaRPr>
          </a:p>
        </p:txBody>
      </p:sp>
      <p:sp>
        <p:nvSpPr>
          <p:cNvPr id="88" name="Google Shape;88;p14"/>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sp>
        <p:nvSpPr>
          <p:cNvPr id="89" name="Google Shape;89;p14"/>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Watch how a whole can be divided into equal parts.</a:t>
            </a:r>
            <a:endParaRPr sz="3455">
              <a:solidFill>
                <a:schemeClr val="lt1"/>
              </a:solidFill>
              <a:latin typeface="Montserrat Medium"/>
              <a:ea typeface="Montserrat Medium"/>
              <a:cs typeface="Montserrat Medium"/>
              <a:sym typeface="Montserrat Medium"/>
            </a:endParaRPr>
          </a:p>
        </p:txBody>
      </p:sp>
      <p:pic>
        <p:nvPicPr>
          <p:cNvPr id="90" name="Google Shape;90;p14"/>
          <p:cNvPicPr preferRelativeResize="0"/>
          <p:nvPr/>
        </p:nvPicPr>
        <p:blipFill rotWithShape="1">
          <a:blip r:embed="rId4">
            <a:alphaModFix/>
          </a:blip>
          <a:srcRect b="44922" l="3165" r="4285" t="42146"/>
          <a:stretch/>
        </p:blipFill>
        <p:spPr>
          <a:xfrm>
            <a:off x="14451248" y="5761260"/>
            <a:ext cx="1284457" cy="269230"/>
          </a:xfrm>
          <a:prstGeom prst="rect">
            <a:avLst/>
          </a:prstGeom>
          <a:noFill/>
          <a:ln>
            <a:noFill/>
          </a:ln>
        </p:spPr>
      </p:pic>
      <p:cxnSp>
        <p:nvCxnSpPr>
          <p:cNvPr id="91" name="Google Shape;91;p14"/>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92" name="Google Shape;92;p14"/>
          <p:cNvCxnSpPr/>
          <p:nvPr/>
        </p:nvCxnSpPr>
        <p:spPr>
          <a:xfrm flipH="1" rot="10800000">
            <a:off x="14330542" y="3955316"/>
            <a:ext cx="580800" cy="19500"/>
          </a:xfrm>
          <a:prstGeom prst="straightConnector1">
            <a:avLst/>
          </a:prstGeom>
          <a:noFill/>
          <a:ln cap="flat" cmpd="sng" w="38100">
            <a:solidFill>
              <a:schemeClr val="lt1"/>
            </a:solidFill>
            <a:prstDash val="solid"/>
            <a:round/>
            <a:headEnd len="med" w="med" type="none"/>
            <a:tailEnd len="med" w="med" type="none"/>
          </a:ln>
        </p:spPr>
      </p:cxnSp>
      <p:sp>
        <p:nvSpPr>
          <p:cNvPr id="93" name="Google Shape;93;p14"/>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00FF00"/>
                </a:solidFill>
              </a:rPr>
              <a:t>2</a:t>
            </a:r>
            <a:endParaRPr b="1" sz="3650">
              <a:solidFill>
                <a:srgbClr val="00FF00"/>
              </a:solidFill>
            </a:endParaRPr>
          </a:p>
        </p:txBody>
      </p:sp>
      <p:sp>
        <p:nvSpPr>
          <p:cNvPr id="94" name="Google Shape;94;p14"/>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4</a:t>
            </a:r>
            <a:endParaRPr b="1" sz="3655">
              <a:solidFill>
                <a:srgbClr val="00FF00"/>
              </a:solidFill>
            </a:endParaRPr>
          </a:p>
        </p:txBody>
      </p:sp>
      <p:cxnSp>
        <p:nvCxnSpPr>
          <p:cNvPr id="95" name="Google Shape;95;p14"/>
          <p:cNvCxnSpPr/>
          <p:nvPr/>
        </p:nvCxnSpPr>
        <p:spPr>
          <a:xfrm flipH="1" rot="10800000">
            <a:off x="14328032" y="2907162"/>
            <a:ext cx="580800" cy="19500"/>
          </a:xfrm>
          <a:prstGeom prst="straightConnector1">
            <a:avLst/>
          </a:prstGeom>
          <a:noFill/>
          <a:ln cap="flat" cmpd="sng" w="38100">
            <a:solidFill>
              <a:schemeClr val="lt1"/>
            </a:solidFill>
            <a:prstDash val="solid"/>
            <a:round/>
            <a:headEnd len="med" w="med" type="none"/>
            <a:tailEnd len="med" w="med" type="none"/>
          </a:ln>
        </p:spPr>
      </p:cxnSp>
      <p:sp>
        <p:nvSpPr>
          <p:cNvPr id="96" name="Google Shape;96;p14"/>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6</a:t>
            </a:r>
            <a:endParaRPr b="1" sz="3655">
              <a:solidFill>
                <a:srgbClr val="00FF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00" name="Shape 100"/>
        <p:cNvGrpSpPr/>
        <p:nvPr/>
      </p:nvGrpSpPr>
      <p:grpSpPr>
        <a:xfrm>
          <a:off x="0" y="0"/>
          <a:ext cx="0" cy="0"/>
          <a:chOff x="0" y="0"/>
          <a:chExt cx="0" cy="0"/>
        </a:xfrm>
      </p:grpSpPr>
      <p:pic>
        <p:nvPicPr>
          <p:cNvPr id="101" name="Google Shape;101;p15"/>
          <p:cNvPicPr preferRelativeResize="0"/>
          <p:nvPr/>
        </p:nvPicPr>
        <p:blipFill rotWithShape="1">
          <a:blip r:embed="rId3">
            <a:alphaModFix/>
          </a:blip>
          <a:srcRect b="31485" l="7332" r="6912" t="27444"/>
          <a:stretch/>
        </p:blipFill>
        <p:spPr>
          <a:xfrm>
            <a:off x="202948" y="2509871"/>
            <a:ext cx="4086267" cy="1304681"/>
          </a:xfrm>
          <a:prstGeom prst="rect">
            <a:avLst/>
          </a:prstGeom>
          <a:noFill/>
          <a:ln>
            <a:noFill/>
          </a:ln>
        </p:spPr>
      </p:pic>
      <p:pic>
        <p:nvPicPr>
          <p:cNvPr id="102" name="Google Shape;102;p15"/>
          <p:cNvPicPr preferRelativeResize="0"/>
          <p:nvPr/>
        </p:nvPicPr>
        <p:blipFill rotWithShape="1">
          <a:blip r:embed="rId3">
            <a:alphaModFix amt="23000"/>
          </a:blip>
          <a:srcRect b="31485" l="7332" r="6912" t="27444"/>
          <a:stretch/>
        </p:blipFill>
        <p:spPr>
          <a:xfrm>
            <a:off x="4615373" y="2509871"/>
            <a:ext cx="4086267" cy="1304681"/>
          </a:xfrm>
          <a:prstGeom prst="rect">
            <a:avLst/>
          </a:prstGeom>
          <a:noFill/>
          <a:ln>
            <a:noFill/>
          </a:ln>
        </p:spPr>
      </p:pic>
      <p:pic>
        <p:nvPicPr>
          <p:cNvPr id="103" name="Google Shape;103;p15"/>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104" name="Google Shape;104;p15"/>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05" name="Google Shape;105;p15"/>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06" name="Google Shape;106;p15"/>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107" name="Google Shape;107;p15"/>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cxnSp>
        <p:nvCxnSpPr>
          <p:cNvPr id="108" name="Google Shape;108;p15"/>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109" name="Google Shape;109;p15"/>
          <p:cNvSpPr/>
          <p:nvPr/>
        </p:nvSpPr>
        <p:spPr>
          <a:xfrm>
            <a:off x="13713428" y="6068603"/>
            <a:ext cx="1800900" cy="832800"/>
          </a:xfrm>
          <a:prstGeom prst="rect">
            <a:avLst/>
          </a:prstGeom>
          <a:solidFill>
            <a:srgbClr val="B45F0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lt1"/>
                </a:solidFill>
              </a:rPr>
              <a:t>One Whole </a:t>
            </a:r>
            <a:endParaRPr sz="2000">
              <a:solidFill>
                <a:schemeClr val="lt1"/>
              </a:solidFill>
            </a:endParaRPr>
          </a:p>
          <a:p>
            <a:pPr indent="0" lvl="0" marL="0" marR="0" rtl="0" algn="ctr">
              <a:lnSpc>
                <a:spcPct val="100000"/>
              </a:lnSpc>
              <a:spcBef>
                <a:spcPts val="0"/>
              </a:spcBef>
              <a:spcAft>
                <a:spcPts val="0"/>
              </a:spcAft>
              <a:buNone/>
            </a:pPr>
            <a:r>
              <a:rPr lang="en" sz="2000">
                <a:solidFill>
                  <a:schemeClr val="lt1"/>
                </a:solidFill>
              </a:rPr>
              <a:t>clay block</a:t>
            </a:r>
            <a:endParaRPr sz="2000">
              <a:solidFill>
                <a:schemeClr val="lt1"/>
              </a:solidFill>
            </a:endParaRPr>
          </a:p>
        </p:txBody>
      </p:sp>
      <p:pic>
        <p:nvPicPr>
          <p:cNvPr id="110" name="Google Shape;110;p15"/>
          <p:cNvPicPr preferRelativeResize="0"/>
          <p:nvPr/>
        </p:nvPicPr>
        <p:blipFill rotWithShape="1">
          <a:blip r:embed="rId4">
            <a:alphaModFix/>
          </a:blip>
          <a:srcRect b="44922" l="3165" r="4285" t="42146"/>
          <a:stretch/>
        </p:blipFill>
        <p:spPr>
          <a:xfrm>
            <a:off x="14451248" y="5799987"/>
            <a:ext cx="1284457" cy="269230"/>
          </a:xfrm>
          <a:prstGeom prst="rect">
            <a:avLst/>
          </a:prstGeom>
          <a:noFill/>
          <a:ln>
            <a:noFill/>
          </a:ln>
        </p:spPr>
      </p:pic>
      <p:pic>
        <p:nvPicPr>
          <p:cNvPr id="111" name="Google Shape;111;p15" title="finger swipe right (3).gif"/>
          <p:cNvPicPr preferRelativeResize="0"/>
          <p:nvPr/>
        </p:nvPicPr>
        <p:blipFill>
          <a:blip r:embed="rId5">
            <a:alphaModFix/>
          </a:blip>
          <a:stretch>
            <a:fillRect/>
          </a:stretch>
        </p:blipFill>
        <p:spPr>
          <a:xfrm rot="-5400000">
            <a:off x="14735580" y="5601225"/>
            <a:ext cx="1333500" cy="666750"/>
          </a:xfrm>
          <a:prstGeom prst="rect">
            <a:avLst/>
          </a:prstGeom>
          <a:noFill/>
          <a:ln>
            <a:noFill/>
          </a:ln>
        </p:spPr>
      </p:pic>
      <p:sp>
        <p:nvSpPr>
          <p:cNvPr id="112" name="Google Shape;112;p15"/>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Divide the whole into 2 equal parts.</a:t>
            </a:r>
            <a:endParaRPr sz="3455">
              <a:solidFill>
                <a:schemeClr val="lt1"/>
              </a:solidFill>
              <a:latin typeface="Montserrat Medium"/>
              <a:ea typeface="Montserrat Medium"/>
              <a:cs typeface="Montserrat Medium"/>
              <a:sym typeface="Montserrat Medium"/>
            </a:endParaRPr>
          </a:p>
        </p:txBody>
      </p:sp>
      <p:sp>
        <p:nvSpPr>
          <p:cNvPr id="113" name="Google Shape;113;p15"/>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sp>
        <p:nvSpPr>
          <p:cNvPr id="114" name="Google Shape;114;p15"/>
          <p:cNvSpPr txBox="1"/>
          <p:nvPr/>
        </p:nvSpPr>
        <p:spPr>
          <a:xfrm>
            <a:off x="5019075" y="3880492"/>
            <a:ext cx="5809200" cy="323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If the user move the knife other than 2, block can be divided into that many parts and then teeter the block, move back the knife to original position, when place the knife in the correct number, just lock the knife at that number showing green highlight </a:t>
            </a:r>
            <a:r>
              <a:rPr lang="en" sz="2855">
                <a:solidFill>
                  <a:srgbClr val="FF00FF"/>
                </a:solidFill>
              </a:rPr>
              <a:t>around</a:t>
            </a:r>
            <a:r>
              <a:rPr lang="en" sz="2855">
                <a:solidFill>
                  <a:srgbClr val="FF00FF"/>
                </a:solidFill>
              </a:rPr>
              <a:t> the block.</a:t>
            </a:r>
            <a:endParaRPr sz="2855">
              <a:solidFill>
                <a:srgbClr val="FF00FF"/>
              </a:solidFill>
            </a:endParaRPr>
          </a:p>
        </p:txBody>
      </p:sp>
      <p:cxnSp>
        <p:nvCxnSpPr>
          <p:cNvPr id="115" name="Google Shape;115;p15"/>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116" name="Google Shape;116;p15"/>
          <p:cNvCxnSpPr/>
          <p:nvPr/>
        </p:nvCxnSpPr>
        <p:spPr>
          <a:xfrm flipH="1" rot="10800000">
            <a:off x="14330542" y="3955316"/>
            <a:ext cx="580800" cy="19500"/>
          </a:xfrm>
          <a:prstGeom prst="straightConnector1">
            <a:avLst/>
          </a:prstGeom>
          <a:noFill/>
          <a:ln cap="flat" cmpd="sng" w="38100">
            <a:solidFill>
              <a:schemeClr val="lt1"/>
            </a:solidFill>
            <a:prstDash val="solid"/>
            <a:round/>
            <a:headEnd len="med" w="med" type="none"/>
            <a:tailEnd len="med" w="med" type="none"/>
          </a:ln>
        </p:spPr>
      </p:cxnSp>
      <p:sp>
        <p:nvSpPr>
          <p:cNvPr id="117" name="Google Shape;117;p15"/>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00FF00"/>
                </a:solidFill>
              </a:rPr>
              <a:t>2</a:t>
            </a:r>
            <a:endParaRPr b="1" sz="3650">
              <a:solidFill>
                <a:srgbClr val="00FF00"/>
              </a:solidFill>
            </a:endParaRPr>
          </a:p>
        </p:txBody>
      </p:sp>
      <p:sp>
        <p:nvSpPr>
          <p:cNvPr id="118" name="Google Shape;118;p15"/>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4</a:t>
            </a:r>
            <a:endParaRPr b="1" sz="3655">
              <a:solidFill>
                <a:srgbClr val="00FF00"/>
              </a:solidFill>
            </a:endParaRPr>
          </a:p>
        </p:txBody>
      </p:sp>
      <p:cxnSp>
        <p:nvCxnSpPr>
          <p:cNvPr id="119" name="Google Shape;119;p15"/>
          <p:cNvCxnSpPr/>
          <p:nvPr/>
        </p:nvCxnSpPr>
        <p:spPr>
          <a:xfrm flipH="1" rot="10800000">
            <a:off x="14328032" y="2907162"/>
            <a:ext cx="580800" cy="19500"/>
          </a:xfrm>
          <a:prstGeom prst="straightConnector1">
            <a:avLst/>
          </a:prstGeom>
          <a:noFill/>
          <a:ln cap="flat" cmpd="sng" w="38100">
            <a:solidFill>
              <a:schemeClr val="lt1"/>
            </a:solidFill>
            <a:prstDash val="solid"/>
            <a:round/>
            <a:headEnd len="med" w="med" type="none"/>
            <a:tailEnd len="med" w="med" type="none"/>
          </a:ln>
        </p:spPr>
      </p:cxnSp>
      <p:sp>
        <p:nvSpPr>
          <p:cNvPr id="120" name="Google Shape;120;p15"/>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6</a:t>
            </a:r>
            <a:endParaRPr b="1" sz="3655">
              <a:solidFill>
                <a:srgbClr val="00FF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24" name="Shape 124"/>
        <p:cNvGrpSpPr/>
        <p:nvPr/>
      </p:nvGrpSpPr>
      <p:grpSpPr>
        <a:xfrm>
          <a:off x="0" y="0"/>
          <a:ext cx="0" cy="0"/>
          <a:chOff x="0" y="0"/>
          <a:chExt cx="0" cy="0"/>
        </a:xfrm>
      </p:grpSpPr>
      <p:sp>
        <p:nvSpPr>
          <p:cNvPr id="125" name="Google Shape;125;p16"/>
          <p:cNvSpPr txBox="1"/>
          <p:nvPr/>
        </p:nvSpPr>
        <p:spPr>
          <a:xfrm>
            <a:off x="5464450" y="1034022"/>
            <a:ext cx="5131500" cy="11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55">
                <a:solidFill>
                  <a:srgbClr val="FF00FF"/>
                </a:solidFill>
              </a:rPr>
              <a:t>First pulsate 2 in the slider and then Make an </a:t>
            </a:r>
            <a:r>
              <a:rPr lang="en" sz="2155">
                <a:solidFill>
                  <a:srgbClr val="FF00FF"/>
                </a:solidFill>
              </a:rPr>
              <a:t>animation</a:t>
            </a:r>
            <a:r>
              <a:rPr lang="en" sz="2155">
                <a:solidFill>
                  <a:srgbClr val="FF00FF"/>
                </a:solidFill>
              </a:rPr>
              <a:t> of cutting block into two </a:t>
            </a:r>
            <a:r>
              <a:rPr lang="en" sz="2155">
                <a:solidFill>
                  <a:srgbClr val="FF00FF"/>
                </a:solidFill>
              </a:rPr>
              <a:t>equal parts using knife (knife should come from the slider), resulting slide should look like below.</a:t>
            </a:r>
            <a:endParaRPr sz="2155">
              <a:solidFill>
                <a:srgbClr val="FF00FF"/>
              </a:solidFill>
            </a:endParaRPr>
          </a:p>
        </p:txBody>
      </p:sp>
      <p:pic>
        <p:nvPicPr>
          <p:cNvPr id="126" name="Google Shape;126;p16"/>
          <p:cNvPicPr preferRelativeResize="0"/>
          <p:nvPr/>
        </p:nvPicPr>
        <p:blipFill rotWithShape="1">
          <a:blip r:embed="rId3">
            <a:alphaModFix/>
          </a:blip>
          <a:srcRect b="31485" l="7332" r="6912" t="27444"/>
          <a:stretch/>
        </p:blipFill>
        <p:spPr>
          <a:xfrm>
            <a:off x="202948" y="2509871"/>
            <a:ext cx="4086267" cy="1304681"/>
          </a:xfrm>
          <a:prstGeom prst="rect">
            <a:avLst/>
          </a:prstGeom>
          <a:noFill/>
          <a:ln>
            <a:noFill/>
          </a:ln>
        </p:spPr>
      </p:pic>
      <p:pic>
        <p:nvPicPr>
          <p:cNvPr id="127" name="Google Shape;127;p16"/>
          <p:cNvPicPr preferRelativeResize="0"/>
          <p:nvPr/>
        </p:nvPicPr>
        <p:blipFill rotWithShape="1">
          <a:blip r:embed="rId3">
            <a:alphaModFix amt="23000"/>
          </a:blip>
          <a:srcRect b="31485" l="7332" r="6912" t="27444"/>
          <a:stretch/>
        </p:blipFill>
        <p:spPr>
          <a:xfrm>
            <a:off x="4615373" y="2509871"/>
            <a:ext cx="4086267" cy="1304681"/>
          </a:xfrm>
          <a:prstGeom prst="rect">
            <a:avLst/>
          </a:prstGeom>
          <a:noFill/>
          <a:ln>
            <a:noFill/>
          </a:ln>
        </p:spPr>
      </p:pic>
      <p:pic>
        <p:nvPicPr>
          <p:cNvPr id="128" name="Google Shape;128;p16"/>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129" name="Google Shape;129;p16"/>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30" name="Google Shape;130;p16"/>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31" name="Google Shape;131;p16"/>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132" name="Google Shape;132;p16"/>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cxnSp>
        <p:nvCxnSpPr>
          <p:cNvPr id="133" name="Google Shape;133;p16"/>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134" name="Google Shape;134;p16"/>
          <p:cNvSpPr/>
          <p:nvPr/>
        </p:nvSpPr>
        <p:spPr>
          <a:xfrm>
            <a:off x="13713428" y="6068603"/>
            <a:ext cx="1800900" cy="832800"/>
          </a:xfrm>
          <a:prstGeom prst="rect">
            <a:avLst/>
          </a:prstGeom>
          <a:solidFill>
            <a:srgbClr val="66666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999999"/>
                </a:solidFill>
              </a:rPr>
              <a:t>One Whole </a:t>
            </a:r>
            <a:endParaRPr sz="2000">
              <a:solidFill>
                <a:srgbClr val="999999"/>
              </a:solidFill>
            </a:endParaRPr>
          </a:p>
          <a:p>
            <a:pPr indent="0" lvl="0" marL="0" rtl="0" algn="ctr">
              <a:spcBef>
                <a:spcPts val="0"/>
              </a:spcBef>
              <a:spcAft>
                <a:spcPts val="0"/>
              </a:spcAft>
              <a:buNone/>
            </a:pPr>
            <a:r>
              <a:rPr lang="en" sz="2000">
                <a:solidFill>
                  <a:srgbClr val="999999"/>
                </a:solidFill>
              </a:rPr>
              <a:t>clay block</a:t>
            </a:r>
            <a:endParaRPr sz="2000">
              <a:solidFill>
                <a:srgbClr val="999999"/>
              </a:solidFill>
            </a:endParaRPr>
          </a:p>
        </p:txBody>
      </p:sp>
      <p:sp>
        <p:nvSpPr>
          <p:cNvPr id="135" name="Google Shape;135;p16"/>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136" name="Google Shape;136;p16"/>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137" name="Google Shape;137;p16"/>
          <p:cNvCxnSpPr/>
          <p:nvPr/>
        </p:nvCxnSpPr>
        <p:spPr>
          <a:xfrm flipH="1" rot="10800000">
            <a:off x="14330542" y="3955316"/>
            <a:ext cx="580800" cy="19500"/>
          </a:xfrm>
          <a:prstGeom prst="straightConnector1">
            <a:avLst/>
          </a:prstGeom>
          <a:noFill/>
          <a:ln cap="flat" cmpd="sng" w="38100">
            <a:solidFill>
              <a:srgbClr val="999999"/>
            </a:solidFill>
            <a:prstDash val="solid"/>
            <a:round/>
            <a:headEnd len="med" w="med" type="none"/>
            <a:tailEnd len="med" w="med" type="none"/>
          </a:ln>
        </p:spPr>
      </p:cxnSp>
      <p:sp>
        <p:nvSpPr>
          <p:cNvPr id="138" name="Google Shape;138;p16"/>
          <p:cNvSpPr txBox="1"/>
          <p:nvPr/>
        </p:nvSpPr>
        <p:spPr>
          <a:xfrm>
            <a:off x="13732790" y="4538731"/>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0">
                <a:solidFill>
                  <a:srgbClr val="00FF00"/>
                </a:solidFill>
              </a:rPr>
              <a:t>2</a:t>
            </a:r>
            <a:endParaRPr b="1" sz="6550">
              <a:solidFill>
                <a:srgbClr val="00FF00"/>
              </a:solidFill>
            </a:endParaRPr>
          </a:p>
        </p:txBody>
      </p:sp>
      <p:sp>
        <p:nvSpPr>
          <p:cNvPr id="139" name="Google Shape;139;p16"/>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4</a:t>
            </a:r>
            <a:endParaRPr b="1" sz="3655">
              <a:solidFill>
                <a:srgbClr val="134F5C"/>
              </a:solidFill>
            </a:endParaRPr>
          </a:p>
        </p:txBody>
      </p:sp>
      <p:cxnSp>
        <p:nvCxnSpPr>
          <p:cNvPr id="140" name="Google Shape;140;p16"/>
          <p:cNvCxnSpPr/>
          <p:nvPr/>
        </p:nvCxnSpPr>
        <p:spPr>
          <a:xfrm flipH="1" rot="10800000">
            <a:off x="14328032" y="2907162"/>
            <a:ext cx="580800" cy="19500"/>
          </a:xfrm>
          <a:prstGeom prst="straightConnector1">
            <a:avLst/>
          </a:prstGeom>
          <a:noFill/>
          <a:ln cap="flat" cmpd="sng" w="38100">
            <a:solidFill>
              <a:srgbClr val="999999"/>
            </a:solidFill>
            <a:prstDash val="solid"/>
            <a:round/>
            <a:headEnd len="med" w="med" type="none"/>
            <a:tailEnd len="med" w="med" type="none"/>
          </a:ln>
        </p:spPr>
      </p:cxnSp>
      <p:sp>
        <p:nvSpPr>
          <p:cNvPr id="141" name="Google Shape;141;p16"/>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pic>
        <p:nvPicPr>
          <p:cNvPr id="142" name="Google Shape;142;p16"/>
          <p:cNvPicPr preferRelativeResize="0"/>
          <p:nvPr/>
        </p:nvPicPr>
        <p:blipFill rotWithShape="1">
          <a:blip r:embed="rId4">
            <a:alphaModFix/>
          </a:blip>
          <a:srcRect b="44922" l="3165" r="4285" t="42146"/>
          <a:stretch/>
        </p:blipFill>
        <p:spPr>
          <a:xfrm>
            <a:off x="14681103" y="4945472"/>
            <a:ext cx="1284457" cy="269230"/>
          </a:xfrm>
          <a:prstGeom prst="rect">
            <a:avLst/>
          </a:prstGeom>
          <a:noFill/>
          <a:ln>
            <a:noFill/>
          </a:ln>
        </p:spPr>
      </p:pic>
      <p:sp>
        <p:nvSpPr>
          <p:cNvPr id="143" name="Google Shape;143;p16"/>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Divide the whole into 2 equal parts.</a:t>
            </a:r>
            <a:endParaRPr sz="3455">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47" name="Shape 147"/>
        <p:cNvGrpSpPr/>
        <p:nvPr/>
      </p:nvGrpSpPr>
      <p:grpSpPr>
        <a:xfrm>
          <a:off x="0" y="0"/>
          <a:ext cx="0" cy="0"/>
          <a:chOff x="0" y="0"/>
          <a:chExt cx="0" cy="0"/>
        </a:xfrm>
      </p:grpSpPr>
      <p:pic>
        <p:nvPicPr>
          <p:cNvPr id="148" name="Google Shape;148;p17"/>
          <p:cNvPicPr preferRelativeResize="0"/>
          <p:nvPr/>
        </p:nvPicPr>
        <p:blipFill rotWithShape="1">
          <a:blip r:embed="rId3">
            <a:alphaModFix/>
          </a:blip>
          <a:srcRect b="31485" l="7331" r="51740" t="27444"/>
          <a:stretch/>
        </p:blipFill>
        <p:spPr>
          <a:xfrm>
            <a:off x="202949" y="2509875"/>
            <a:ext cx="1950301" cy="1304676"/>
          </a:xfrm>
          <a:prstGeom prst="rect">
            <a:avLst/>
          </a:prstGeom>
          <a:noFill/>
          <a:ln>
            <a:noFill/>
          </a:ln>
        </p:spPr>
      </p:pic>
      <p:pic>
        <p:nvPicPr>
          <p:cNvPr id="149" name="Google Shape;149;p17"/>
          <p:cNvPicPr preferRelativeResize="0"/>
          <p:nvPr/>
        </p:nvPicPr>
        <p:blipFill rotWithShape="1">
          <a:blip r:embed="rId3">
            <a:alphaModFix amt="23000"/>
          </a:blip>
          <a:srcRect b="31485" l="7332" r="6912" t="27444"/>
          <a:stretch/>
        </p:blipFill>
        <p:spPr>
          <a:xfrm>
            <a:off x="4615373" y="2509871"/>
            <a:ext cx="4086267" cy="1304681"/>
          </a:xfrm>
          <a:prstGeom prst="rect">
            <a:avLst/>
          </a:prstGeom>
          <a:noFill/>
          <a:ln>
            <a:noFill/>
          </a:ln>
        </p:spPr>
      </p:pic>
      <p:pic>
        <p:nvPicPr>
          <p:cNvPr id="150" name="Google Shape;150;p17"/>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151" name="Google Shape;151;p17"/>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52" name="Google Shape;152;p17"/>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53" name="Google Shape;153;p17"/>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154" name="Google Shape;154;p17"/>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155" name="Google Shape;155;p17"/>
          <p:cNvPicPr preferRelativeResize="0"/>
          <p:nvPr/>
        </p:nvPicPr>
        <p:blipFill rotWithShape="1">
          <a:blip r:embed="rId3">
            <a:alphaModFix/>
          </a:blip>
          <a:srcRect b="31485" l="50291" r="6915" t="27444"/>
          <a:stretch/>
        </p:blipFill>
        <p:spPr>
          <a:xfrm>
            <a:off x="2250070" y="2509875"/>
            <a:ext cx="2039151" cy="1304676"/>
          </a:xfrm>
          <a:prstGeom prst="rect">
            <a:avLst/>
          </a:prstGeom>
          <a:noFill/>
          <a:ln>
            <a:noFill/>
          </a:ln>
        </p:spPr>
      </p:pic>
      <p:sp>
        <p:nvSpPr>
          <p:cNvPr id="156" name="Google Shape;156;p17"/>
          <p:cNvSpPr/>
          <p:nvPr/>
        </p:nvSpPr>
        <p:spPr>
          <a:xfrm>
            <a:off x="1202667" y="2264834"/>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57" name="Google Shape;157;p17"/>
          <p:cNvSpPr/>
          <p:nvPr/>
        </p:nvSpPr>
        <p:spPr>
          <a:xfrm>
            <a:off x="2884804" y="2242960"/>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58" name="Google Shape;158;p17"/>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Select 1 out of 2 equal parts.</a:t>
            </a:r>
            <a:endParaRPr sz="3455">
              <a:solidFill>
                <a:schemeClr val="lt1"/>
              </a:solidFill>
              <a:latin typeface="Montserrat Medium"/>
              <a:ea typeface="Montserrat Medium"/>
              <a:cs typeface="Montserrat Medium"/>
              <a:sym typeface="Montserrat Medium"/>
            </a:endParaRPr>
          </a:p>
        </p:txBody>
      </p:sp>
      <p:sp>
        <p:nvSpPr>
          <p:cNvPr id="159" name="Google Shape;159;p17"/>
          <p:cNvSpPr txBox="1"/>
          <p:nvPr/>
        </p:nvSpPr>
        <p:spPr>
          <a:xfrm>
            <a:off x="5464450" y="1460025"/>
            <a:ext cx="5131500" cy="11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55">
                <a:solidFill>
                  <a:srgbClr val="FF00FF"/>
                </a:solidFill>
              </a:rPr>
              <a:t>After one second of cutting, hand icon like below should appear.</a:t>
            </a:r>
            <a:endParaRPr sz="2155">
              <a:solidFill>
                <a:srgbClr val="FF00FF"/>
              </a:solidFill>
            </a:endParaRPr>
          </a:p>
        </p:txBody>
      </p:sp>
      <p:cxnSp>
        <p:nvCxnSpPr>
          <p:cNvPr id="160" name="Google Shape;160;p17"/>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161" name="Google Shape;161;p17"/>
          <p:cNvSpPr/>
          <p:nvPr/>
        </p:nvSpPr>
        <p:spPr>
          <a:xfrm>
            <a:off x="13713428" y="6068603"/>
            <a:ext cx="1800900" cy="832800"/>
          </a:xfrm>
          <a:prstGeom prst="rect">
            <a:avLst/>
          </a:prstGeom>
          <a:solidFill>
            <a:srgbClr val="66666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999999"/>
                </a:solidFill>
              </a:rPr>
              <a:t>One Whole </a:t>
            </a:r>
            <a:endParaRPr sz="2000">
              <a:solidFill>
                <a:srgbClr val="999999"/>
              </a:solidFill>
            </a:endParaRPr>
          </a:p>
          <a:p>
            <a:pPr indent="0" lvl="0" marL="0" rtl="0" algn="ctr">
              <a:spcBef>
                <a:spcPts val="0"/>
              </a:spcBef>
              <a:spcAft>
                <a:spcPts val="0"/>
              </a:spcAft>
              <a:buNone/>
            </a:pPr>
            <a:r>
              <a:rPr lang="en" sz="2000">
                <a:solidFill>
                  <a:srgbClr val="999999"/>
                </a:solidFill>
              </a:rPr>
              <a:t>clay block</a:t>
            </a:r>
            <a:endParaRPr sz="2000">
              <a:solidFill>
                <a:srgbClr val="999999"/>
              </a:solidFill>
            </a:endParaRPr>
          </a:p>
        </p:txBody>
      </p:sp>
      <p:sp>
        <p:nvSpPr>
          <p:cNvPr id="162" name="Google Shape;162;p17"/>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163" name="Google Shape;163;p17"/>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164" name="Google Shape;164;p17"/>
          <p:cNvCxnSpPr/>
          <p:nvPr/>
        </p:nvCxnSpPr>
        <p:spPr>
          <a:xfrm flipH="1" rot="10800000">
            <a:off x="14330542" y="3955316"/>
            <a:ext cx="580800" cy="19500"/>
          </a:xfrm>
          <a:prstGeom prst="straightConnector1">
            <a:avLst/>
          </a:prstGeom>
          <a:noFill/>
          <a:ln cap="flat" cmpd="sng" w="38100">
            <a:solidFill>
              <a:srgbClr val="999999"/>
            </a:solidFill>
            <a:prstDash val="solid"/>
            <a:round/>
            <a:headEnd len="med" w="med" type="none"/>
            <a:tailEnd len="med" w="med" type="none"/>
          </a:ln>
        </p:spPr>
      </p:cxnSp>
      <p:sp>
        <p:nvSpPr>
          <p:cNvPr id="165" name="Google Shape;165;p17"/>
          <p:cNvSpPr txBox="1"/>
          <p:nvPr/>
        </p:nvSpPr>
        <p:spPr>
          <a:xfrm>
            <a:off x="13732790" y="4538731"/>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0">
                <a:solidFill>
                  <a:srgbClr val="00FF00"/>
                </a:solidFill>
              </a:rPr>
              <a:t>2</a:t>
            </a:r>
            <a:endParaRPr b="1" sz="6550">
              <a:solidFill>
                <a:srgbClr val="00FF00"/>
              </a:solidFill>
            </a:endParaRPr>
          </a:p>
        </p:txBody>
      </p:sp>
      <p:sp>
        <p:nvSpPr>
          <p:cNvPr id="166" name="Google Shape;166;p17"/>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4</a:t>
            </a:r>
            <a:endParaRPr b="1" sz="3655">
              <a:solidFill>
                <a:srgbClr val="134F5C"/>
              </a:solidFill>
            </a:endParaRPr>
          </a:p>
        </p:txBody>
      </p:sp>
      <p:cxnSp>
        <p:nvCxnSpPr>
          <p:cNvPr id="167" name="Google Shape;167;p17"/>
          <p:cNvCxnSpPr/>
          <p:nvPr/>
        </p:nvCxnSpPr>
        <p:spPr>
          <a:xfrm flipH="1" rot="10800000">
            <a:off x="14328032" y="2907162"/>
            <a:ext cx="580800" cy="19500"/>
          </a:xfrm>
          <a:prstGeom prst="straightConnector1">
            <a:avLst/>
          </a:prstGeom>
          <a:noFill/>
          <a:ln cap="flat" cmpd="sng" w="38100">
            <a:solidFill>
              <a:srgbClr val="999999"/>
            </a:solidFill>
            <a:prstDash val="solid"/>
            <a:round/>
            <a:headEnd len="med" w="med" type="none"/>
            <a:tailEnd len="med" w="med" type="none"/>
          </a:ln>
        </p:spPr>
      </p:cxnSp>
      <p:sp>
        <p:nvSpPr>
          <p:cNvPr id="168" name="Google Shape;168;p17"/>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pic>
        <p:nvPicPr>
          <p:cNvPr id="169" name="Google Shape;169;p17"/>
          <p:cNvPicPr preferRelativeResize="0"/>
          <p:nvPr/>
        </p:nvPicPr>
        <p:blipFill rotWithShape="1">
          <a:blip r:embed="rId4">
            <a:alphaModFix/>
          </a:blip>
          <a:srcRect b="44922" l="3165" r="4285" t="42146"/>
          <a:stretch/>
        </p:blipFill>
        <p:spPr>
          <a:xfrm>
            <a:off x="14681103" y="4945472"/>
            <a:ext cx="1284457" cy="26923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73" name="Shape 173"/>
        <p:cNvGrpSpPr/>
        <p:nvPr/>
      </p:nvGrpSpPr>
      <p:grpSpPr>
        <a:xfrm>
          <a:off x="0" y="0"/>
          <a:ext cx="0" cy="0"/>
          <a:chOff x="0" y="0"/>
          <a:chExt cx="0" cy="0"/>
        </a:xfrm>
      </p:grpSpPr>
      <p:pic>
        <p:nvPicPr>
          <p:cNvPr id="174" name="Google Shape;174;p18"/>
          <p:cNvPicPr preferRelativeResize="0"/>
          <p:nvPr/>
        </p:nvPicPr>
        <p:blipFill rotWithShape="1">
          <a:blip r:embed="rId3">
            <a:alphaModFix/>
          </a:blip>
          <a:srcRect b="31485" l="7331" r="51740" t="27444"/>
          <a:stretch/>
        </p:blipFill>
        <p:spPr>
          <a:xfrm>
            <a:off x="202949" y="2509875"/>
            <a:ext cx="1950301" cy="1304676"/>
          </a:xfrm>
          <a:prstGeom prst="rect">
            <a:avLst/>
          </a:prstGeom>
          <a:noFill/>
          <a:ln>
            <a:noFill/>
          </a:ln>
        </p:spPr>
      </p:pic>
      <p:pic>
        <p:nvPicPr>
          <p:cNvPr id="175" name="Google Shape;175;p18"/>
          <p:cNvPicPr preferRelativeResize="0"/>
          <p:nvPr/>
        </p:nvPicPr>
        <p:blipFill rotWithShape="1">
          <a:blip r:embed="rId3">
            <a:alphaModFix amt="23000"/>
          </a:blip>
          <a:srcRect b="31485" l="7332" r="6912" t="27444"/>
          <a:stretch/>
        </p:blipFill>
        <p:spPr>
          <a:xfrm>
            <a:off x="4615373" y="2509871"/>
            <a:ext cx="4086267" cy="1304681"/>
          </a:xfrm>
          <a:prstGeom prst="rect">
            <a:avLst/>
          </a:prstGeom>
          <a:noFill/>
          <a:ln>
            <a:noFill/>
          </a:ln>
        </p:spPr>
      </p:pic>
      <p:pic>
        <p:nvPicPr>
          <p:cNvPr id="176" name="Google Shape;176;p18"/>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177" name="Google Shape;177;p18"/>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78" name="Google Shape;178;p18"/>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179" name="Google Shape;179;p18"/>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180" name="Google Shape;180;p18"/>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181" name="Google Shape;181;p18"/>
          <p:cNvPicPr preferRelativeResize="0"/>
          <p:nvPr/>
        </p:nvPicPr>
        <p:blipFill rotWithShape="1">
          <a:blip r:embed="rId3">
            <a:alphaModFix/>
          </a:blip>
          <a:srcRect b="31485" l="50291" r="6915" t="27444"/>
          <a:stretch/>
        </p:blipFill>
        <p:spPr>
          <a:xfrm>
            <a:off x="2250070" y="2509875"/>
            <a:ext cx="2039151" cy="1304676"/>
          </a:xfrm>
          <a:prstGeom prst="rect">
            <a:avLst/>
          </a:prstGeom>
          <a:noFill/>
          <a:ln>
            <a:noFill/>
          </a:ln>
        </p:spPr>
      </p:pic>
      <p:sp>
        <p:nvSpPr>
          <p:cNvPr id="182" name="Google Shape;182;p18"/>
          <p:cNvSpPr/>
          <p:nvPr/>
        </p:nvSpPr>
        <p:spPr>
          <a:xfrm>
            <a:off x="1202667" y="2264834"/>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83" name="Google Shape;183;p18"/>
          <p:cNvSpPr/>
          <p:nvPr/>
        </p:nvSpPr>
        <p:spPr>
          <a:xfrm>
            <a:off x="2884804" y="2242960"/>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pic>
        <p:nvPicPr>
          <p:cNvPr id="184" name="Google Shape;184;p18" title="finger tap (12).gif"/>
          <p:cNvPicPr preferRelativeResize="0"/>
          <p:nvPr/>
        </p:nvPicPr>
        <p:blipFill>
          <a:blip r:embed="rId4">
            <a:alphaModFix/>
          </a:blip>
          <a:stretch>
            <a:fillRect/>
          </a:stretch>
        </p:blipFill>
        <p:spPr>
          <a:xfrm>
            <a:off x="1377063" y="3054328"/>
            <a:ext cx="952500" cy="952500"/>
          </a:xfrm>
          <a:prstGeom prst="rect">
            <a:avLst/>
          </a:prstGeom>
          <a:noFill/>
          <a:ln>
            <a:noFill/>
          </a:ln>
        </p:spPr>
      </p:pic>
      <p:cxnSp>
        <p:nvCxnSpPr>
          <p:cNvPr id="185" name="Google Shape;185;p18"/>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186" name="Google Shape;186;p18"/>
          <p:cNvSpPr/>
          <p:nvPr/>
        </p:nvSpPr>
        <p:spPr>
          <a:xfrm>
            <a:off x="13713428" y="6068603"/>
            <a:ext cx="1800900" cy="832800"/>
          </a:xfrm>
          <a:prstGeom prst="rect">
            <a:avLst/>
          </a:prstGeom>
          <a:solidFill>
            <a:srgbClr val="66666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999999"/>
                </a:solidFill>
              </a:rPr>
              <a:t>One Whole </a:t>
            </a:r>
            <a:endParaRPr sz="2000">
              <a:solidFill>
                <a:srgbClr val="999999"/>
              </a:solidFill>
            </a:endParaRPr>
          </a:p>
          <a:p>
            <a:pPr indent="0" lvl="0" marL="0" rtl="0" algn="ctr">
              <a:spcBef>
                <a:spcPts val="0"/>
              </a:spcBef>
              <a:spcAft>
                <a:spcPts val="0"/>
              </a:spcAft>
              <a:buNone/>
            </a:pPr>
            <a:r>
              <a:rPr lang="en" sz="2000">
                <a:solidFill>
                  <a:srgbClr val="999999"/>
                </a:solidFill>
              </a:rPr>
              <a:t>clay block</a:t>
            </a:r>
            <a:endParaRPr sz="2000">
              <a:solidFill>
                <a:srgbClr val="999999"/>
              </a:solidFill>
            </a:endParaRPr>
          </a:p>
        </p:txBody>
      </p:sp>
      <p:sp>
        <p:nvSpPr>
          <p:cNvPr id="187" name="Google Shape;187;p18"/>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188" name="Google Shape;188;p18"/>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189" name="Google Shape;189;p18"/>
          <p:cNvCxnSpPr/>
          <p:nvPr/>
        </p:nvCxnSpPr>
        <p:spPr>
          <a:xfrm flipH="1" rot="10800000">
            <a:off x="14330542" y="3955316"/>
            <a:ext cx="580800" cy="19500"/>
          </a:xfrm>
          <a:prstGeom prst="straightConnector1">
            <a:avLst/>
          </a:prstGeom>
          <a:noFill/>
          <a:ln cap="flat" cmpd="sng" w="38100">
            <a:solidFill>
              <a:srgbClr val="999999"/>
            </a:solidFill>
            <a:prstDash val="solid"/>
            <a:round/>
            <a:headEnd len="med" w="med" type="none"/>
            <a:tailEnd len="med" w="med" type="none"/>
          </a:ln>
        </p:spPr>
      </p:cxnSp>
      <p:sp>
        <p:nvSpPr>
          <p:cNvPr id="190" name="Google Shape;190;p18"/>
          <p:cNvSpPr txBox="1"/>
          <p:nvPr/>
        </p:nvSpPr>
        <p:spPr>
          <a:xfrm>
            <a:off x="13732790" y="4538731"/>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0">
                <a:solidFill>
                  <a:srgbClr val="00FF00"/>
                </a:solidFill>
              </a:rPr>
              <a:t>2</a:t>
            </a:r>
            <a:endParaRPr b="1" sz="6550">
              <a:solidFill>
                <a:srgbClr val="00FF00"/>
              </a:solidFill>
            </a:endParaRPr>
          </a:p>
        </p:txBody>
      </p:sp>
      <p:sp>
        <p:nvSpPr>
          <p:cNvPr id="191" name="Google Shape;191;p18"/>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4</a:t>
            </a:r>
            <a:endParaRPr b="1" sz="3655">
              <a:solidFill>
                <a:srgbClr val="134F5C"/>
              </a:solidFill>
            </a:endParaRPr>
          </a:p>
        </p:txBody>
      </p:sp>
      <p:cxnSp>
        <p:nvCxnSpPr>
          <p:cNvPr id="192" name="Google Shape;192;p18"/>
          <p:cNvCxnSpPr/>
          <p:nvPr/>
        </p:nvCxnSpPr>
        <p:spPr>
          <a:xfrm flipH="1" rot="10800000">
            <a:off x="14328032" y="2907162"/>
            <a:ext cx="580800" cy="19500"/>
          </a:xfrm>
          <a:prstGeom prst="straightConnector1">
            <a:avLst/>
          </a:prstGeom>
          <a:noFill/>
          <a:ln cap="flat" cmpd="sng" w="38100">
            <a:solidFill>
              <a:srgbClr val="999999"/>
            </a:solidFill>
            <a:prstDash val="solid"/>
            <a:round/>
            <a:headEnd len="med" w="med" type="none"/>
            <a:tailEnd len="med" w="med" type="none"/>
          </a:ln>
        </p:spPr>
      </p:cxnSp>
      <p:sp>
        <p:nvSpPr>
          <p:cNvPr id="193" name="Google Shape;193;p18"/>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pic>
        <p:nvPicPr>
          <p:cNvPr id="194" name="Google Shape;194;p18"/>
          <p:cNvPicPr preferRelativeResize="0"/>
          <p:nvPr/>
        </p:nvPicPr>
        <p:blipFill rotWithShape="1">
          <a:blip r:embed="rId5">
            <a:alphaModFix/>
          </a:blip>
          <a:srcRect b="44922" l="3165" r="4285" t="42146"/>
          <a:stretch/>
        </p:blipFill>
        <p:spPr>
          <a:xfrm>
            <a:off x="14681103" y="4945472"/>
            <a:ext cx="1284457" cy="269230"/>
          </a:xfrm>
          <a:prstGeom prst="rect">
            <a:avLst/>
          </a:prstGeom>
          <a:noFill/>
          <a:ln>
            <a:noFill/>
          </a:ln>
        </p:spPr>
      </p:pic>
      <p:sp>
        <p:nvSpPr>
          <p:cNvPr id="195" name="Google Shape;195;p18"/>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Select 1 out of 2 equal parts.</a:t>
            </a:r>
            <a:endParaRPr sz="3455">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199" name="Shape 199"/>
        <p:cNvGrpSpPr/>
        <p:nvPr/>
      </p:nvGrpSpPr>
      <p:grpSpPr>
        <a:xfrm>
          <a:off x="0" y="0"/>
          <a:ext cx="0" cy="0"/>
          <a:chOff x="0" y="0"/>
          <a:chExt cx="0" cy="0"/>
        </a:xfrm>
      </p:grpSpPr>
      <p:pic>
        <p:nvPicPr>
          <p:cNvPr id="200" name="Google Shape;200;p19"/>
          <p:cNvPicPr preferRelativeResize="0"/>
          <p:nvPr/>
        </p:nvPicPr>
        <p:blipFill rotWithShape="1">
          <a:blip r:embed="rId3">
            <a:alphaModFix/>
          </a:blip>
          <a:srcRect b="31485" l="7331" r="51740" t="27444"/>
          <a:stretch/>
        </p:blipFill>
        <p:spPr>
          <a:xfrm>
            <a:off x="202949" y="2509875"/>
            <a:ext cx="1950301" cy="1304676"/>
          </a:xfrm>
          <a:prstGeom prst="rect">
            <a:avLst/>
          </a:prstGeom>
          <a:noFill/>
          <a:ln>
            <a:noFill/>
          </a:ln>
        </p:spPr>
      </p:pic>
      <p:pic>
        <p:nvPicPr>
          <p:cNvPr id="201" name="Google Shape;201;p19"/>
          <p:cNvPicPr preferRelativeResize="0"/>
          <p:nvPr/>
        </p:nvPicPr>
        <p:blipFill rotWithShape="1">
          <a:blip r:embed="rId3">
            <a:alphaModFix amt="23000"/>
          </a:blip>
          <a:srcRect b="31485" l="7332" r="6912" t="27444"/>
          <a:stretch/>
        </p:blipFill>
        <p:spPr>
          <a:xfrm>
            <a:off x="4615373" y="2509871"/>
            <a:ext cx="4086267" cy="1304681"/>
          </a:xfrm>
          <a:prstGeom prst="rect">
            <a:avLst/>
          </a:prstGeom>
          <a:noFill/>
          <a:ln>
            <a:noFill/>
          </a:ln>
        </p:spPr>
      </p:pic>
      <p:pic>
        <p:nvPicPr>
          <p:cNvPr id="202" name="Google Shape;202;p19"/>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203" name="Google Shape;203;p19"/>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04" name="Google Shape;204;p19"/>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05" name="Google Shape;205;p19"/>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206" name="Google Shape;206;p19"/>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207" name="Google Shape;207;p19"/>
          <p:cNvPicPr preferRelativeResize="0"/>
          <p:nvPr/>
        </p:nvPicPr>
        <p:blipFill rotWithShape="1">
          <a:blip r:embed="rId3">
            <a:alphaModFix/>
          </a:blip>
          <a:srcRect b="31485" l="50291" r="6915" t="27444"/>
          <a:stretch/>
        </p:blipFill>
        <p:spPr>
          <a:xfrm>
            <a:off x="2250070" y="2509875"/>
            <a:ext cx="2039151" cy="1304676"/>
          </a:xfrm>
          <a:prstGeom prst="rect">
            <a:avLst/>
          </a:prstGeom>
          <a:noFill/>
          <a:ln>
            <a:noFill/>
          </a:ln>
        </p:spPr>
      </p:pic>
      <p:sp>
        <p:nvSpPr>
          <p:cNvPr id="208" name="Google Shape;208;p19"/>
          <p:cNvSpPr/>
          <p:nvPr/>
        </p:nvSpPr>
        <p:spPr>
          <a:xfrm>
            <a:off x="1202667" y="2264834"/>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09" name="Google Shape;209;p19"/>
          <p:cNvSpPr/>
          <p:nvPr/>
        </p:nvSpPr>
        <p:spPr>
          <a:xfrm>
            <a:off x="2884804" y="2242960"/>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10" name="Google Shape;210;p19"/>
          <p:cNvSpPr txBox="1"/>
          <p:nvPr/>
        </p:nvSpPr>
        <p:spPr>
          <a:xfrm>
            <a:off x="5464450" y="1092113"/>
            <a:ext cx="5131500" cy="11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55">
                <a:solidFill>
                  <a:srgbClr val="FF00FF"/>
                </a:solidFill>
              </a:rPr>
              <a:t>When the user select one parts Pulsate one part and it should look in such a way that selected part come front. After 2 seconds fractions should appear like next slide pulsating one part out of two)</a:t>
            </a:r>
            <a:endParaRPr sz="2155">
              <a:solidFill>
                <a:srgbClr val="FF00FF"/>
              </a:solidFill>
            </a:endParaRPr>
          </a:p>
        </p:txBody>
      </p:sp>
      <p:cxnSp>
        <p:nvCxnSpPr>
          <p:cNvPr id="211" name="Google Shape;211;p19"/>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212" name="Google Shape;212;p19"/>
          <p:cNvSpPr/>
          <p:nvPr/>
        </p:nvSpPr>
        <p:spPr>
          <a:xfrm>
            <a:off x="13713428" y="6068603"/>
            <a:ext cx="1800900" cy="832800"/>
          </a:xfrm>
          <a:prstGeom prst="rect">
            <a:avLst/>
          </a:prstGeom>
          <a:solidFill>
            <a:srgbClr val="66666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999999"/>
                </a:solidFill>
              </a:rPr>
              <a:t>One Whole </a:t>
            </a:r>
            <a:endParaRPr sz="2000">
              <a:solidFill>
                <a:srgbClr val="999999"/>
              </a:solidFill>
            </a:endParaRPr>
          </a:p>
          <a:p>
            <a:pPr indent="0" lvl="0" marL="0" rtl="0" algn="ctr">
              <a:spcBef>
                <a:spcPts val="0"/>
              </a:spcBef>
              <a:spcAft>
                <a:spcPts val="0"/>
              </a:spcAft>
              <a:buNone/>
            </a:pPr>
            <a:r>
              <a:rPr lang="en" sz="2000">
                <a:solidFill>
                  <a:srgbClr val="999999"/>
                </a:solidFill>
              </a:rPr>
              <a:t>clay block</a:t>
            </a:r>
            <a:endParaRPr sz="2000">
              <a:solidFill>
                <a:srgbClr val="999999"/>
              </a:solidFill>
            </a:endParaRPr>
          </a:p>
        </p:txBody>
      </p:sp>
      <p:sp>
        <p:nvSpPr>
          <p:cNvPr id="213" name="Google Shape;213;p19"/>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214" name="Google Shape;214;p19"/>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215" name="Google Shape;215;p19"/>
          <p:cNvCxnSpPr/>
          <p:nvPr/>
        </p:nvCxnSpPr>
        <p:spPr>
          <a:xfrm flipH="1" rot="10800000">
            <a:off x="14330542" y="3955316"/>
            <a:ext cx="580800" cy="19500"/>
          </a:xfrm>
          <a:prstGeom prst="straightConnector1">
            <a:avLst/>
          </a:prstGeom>
          <a:noFill/>
          <a:ln cap="flat" cmpd="sng" w="38100">
            <a:solidFill>
              <a:srgbClr val="999999"/>
            </a:solidFill>
            <a:prstDash val="solid"/>
            <a:round/>
            <a:headEnd len="med" w="med" type="none"/>
            <a:tailEnd len="med" w="med" type="none"/>
          </a:ln>
        </p:spPr>
      </p:cxnSp>
      <p:sp>
        <p:nvSpPr>
          <p:cNvPr id="216" name="Google Shape;216;p19"/>
          <p:cNvSpPr txBox="1"/>
          <p:nvPr/>
        </p:nvSpPr>
        <p:spPr>
          <a:xfrm>
            <a:off x="13732790" y="4538731"/>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0">
                <a:solidFill>
                  <a:srgbClr val="00FF00"/>
                </a:solidFill>
              </a:rPr>
              <a:t>2</a:t>
            </a:r>
            <a:endParaRPr b="1" sz="6550">
              <a:solidFill>
                <a:srgbClr val="00FF00"/>
              </a:solidFill>
            </a:endParaRPr>
          </a:p>
        </p:txBody>
      </p:sp>
      <p:sp>
        <p:nvSpPr>
          <p:cNvPr id="217" name="Google Shape;217;p19"/>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4</a:t>
            </a:r>
            <a:endParaRPr b="1" sz="3655">
              <a:solidFill>
                <a:srgbClr val="134F5C"/>
              </a:solidFill>
            </a:endParaRPr>
          </a:p>
        </p:txBody>
      </p:sp>
      <p:cxnSp>
        <p:nvCxnSpPr>
          <p:cNvPr id="218" name="Google Shape;218;p19"/>
          <p:cNvCxnSpPr/>
          <p:nvPr/>
        </p:nvCxnSpPr>
        <p:spPr>
          <a:xfrm flipH="1" rot="10800000">
            <a:off x="14328032" y="2907162"/>
            <a:ext cx="580800" cy="19500"/>
          </a:xfrm>
          <a:prstGeom prst="straightConnector1">
            <a:avLst/>
          </a:prstGeom>
          <a:noFill/>
          <a:ln cap="flat" cmpd="sng" w="38100">
            <a:solidFill>
              <a:srgbClr val="999999"/>
            </a:solidFill>
            <a:prstDash val="solid"/>
            <a:round/>
            <a:headEnd len="med" w="med" type="none"/>
            <a:tailEnd len="med" w="med" type="none"/>
          </a:ln>
        </p:spPr>
      </p:cxnSp>
      <p:sp>
        <p:nvSpPr>
          <p:cNvPr id="219" name="Google Shape;219;p19"/>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pic>
        <p:nvPicPr>
          <p:cNvPr id="220" name="Google Shape;220;p19"/>
          <p:cNvPicPr preferRelativeResize="0"/>
          <p:nvPr/>
        </p:nvPicPr>
        <p:blipFill rotWithShape="1">
          <a:blip r:embed="rId4">
            <a:alphaModFix/>
          </a:blip>
          <a:srcRect b="44922" l="3165" r="4285" t="42146"/>
          <a:stretch/>
        </p:blipFill>
        <p:spPr>
          <a:xfrm>
            <a:off x="14681103" y="4945472"/>
            <a:ext cx="1284457" cy="269230"/>
          </a:xfrm>
          <a:prstGeom prst="rect">
            <a:avLst/>
          </a:prstGeom>
          <a:noFill/>
          <a:ln>
            <a:noFill/>
          </a:ln>
        </p:spPr>
      </p:pic>
      <p:sp>
        <p:nvSpPr>
          <p:cNvPr id="221" name="Google Shape;221;p19"/>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Select 1 out of 2 equal parts.</a:t>
            </a:r>
            <a:endParaRPr sz="3455">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225" name="Shape 225"/>
        <p:cNvGrpSpPr/>
        <p:nvPr/>
      </p:nvGrpSpPr>
      <p:grpSpPr>
        <a:xfrm>
          <a:off x="0" y="0"/>
          <a:ext cx="0" cy="0"/>
          <a:chOff x="0" y="0"/>
          <a:chExt cx="0" cy="0"/>
        </a:xfrm>
      </p:grpSpPr>
      <p:pic>
        <p:nvPicPr>
          <p:cNvPr id="226" name="Google Shape;226;p20"/>
          <p:cNvPicPr preferRelativeResize="0"/>
          <p:nvPr/>
        </p:nvPicPr>
        <p:blipFill rotWithShape="1">
          <a:blip r:embed="rId3">
            <a:alphaModFix/>
          </a:blip>
          <a:srcRect b="31485" l="7331" r="51740" t="27444"/>
          <a:stretch/>
        </p:blipFill>
        <p:spPr>
          <a:xfrm>
            <a:off x="202949" y="2509875"/>
            <a:ext cx="1950301" cy="1304676"/>
          </a:xfrm>
          <a:prstGeom prst="rect">
            <a:avLst/>
          </a:prstGeom>
          <a:noFill/>
          <a:ln>
            <a:noFill/>
          </a:ln>
        </p:spPr>
      </p:pic>
      <p:pic>
        <p:nvPicPr>
          <p:cNvPr id="227" name="Google Shape;227;p20"/>
          <p:cNvPicPr preferRelativeResize="0"/>
          <p:nvPr/>
        </p:nvPicPr>
        <p:blipFill rotWithShape="1">
          <a:blip r:embed="rId3">
            <a:alphaModFix amt="23000"/>
          </a:blip>
          <a:srcRect b="31485" l="7332" r="6912" t="27444"/>
          <a:stretch/>
        </p:blipFill>
        <p:spPr>
          <a:xfrm>
            <a:off x="4615373" y="2509871"/>
            <a:ext cx="4086267" cy="1304681"/>
          </a:xfrm>
          <a:prstGeom prst="rect">
            <a:avLst/>
          </a:prstGeom>
          <a:noFill/>
          <a:ln>
            <a:noFill/>
          </a:ln>
        </p:spPr>
      </p:pic>
      <p:pic>
        <p:nvPicPr>
          <p:cNvPr id="228" name="Google Shape;228;p20"/>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229" name="Google Shape;229;p20"/>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30" name="Google Shape;230;p20"/>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31" name="Google Shape;231;p20"/>
          <p:cNvSpPr txBox="1"/>
          <p:nvPr/>
        </p:nvSpPr>
        <p:spPr>
          <a:xfrm>
            <a:off x="6040355" y="2887929"/>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2</a:t>
            </a:r>
            <a:endParaRPr b="1" sz="4655">
              <a:solidFill>
                <a:srgbClr val="666666"/>
              </a:solidFill>
            </a:endParaRPr>
          </a:p>
        </p:txBody>
      </p:sp>
      <p:sp>
        <p:nvSpPr>
          <p:cNvPr id="232" name="Google Shape;232;p20"/>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233" name="Google Shape;233;p20"/>
          <p:cNvPicPr preferRelativeResize="0"/>
          <p:nvPr/>
        </p:nvPicPr>
        <p:blipFill rotWithShape="1">
          <a:blip r:embed="rId3">
            <a:alphaModFix/>
          </a:blip>
          <a:srcRect b="31485" l="50291" r="6915" t="27444"/>
          <a:stretch/>
        </p:blipFill>
        <p:spPr>
          <a:xfrm>
            <a:off x="2250070" y="2509875"/>
            <a:ext cx="2039151" cy="1304676"/>
          </a:xfrm>
          <a:prstGeom prst="rect">
            <a:avLst/>
          </a:prstGeom>
          <a:noFill/>
          <a:ln>
            <a:noFill/>
          </a:ln>
        </p:spPr>
      </p:pic>
      <p:sp>
        <p:nvSpPr>
          <p:cNvPr id="234" name="Google Shape;234;p20"/>
          <p:cNvSpPr/>
          <p:nvPr/>
        </p:nvSpPr>
        <p:spPr>
          <a:xfrm>
            <a:off x="1202667" y="2264834"/>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35" name="Google Shape;235;p20"/>
          <p:cNvSpPr/>
          <p:nvPr/>
        </p:nvSpPr>
        <p:spPr>
          <a:xfrm>
            <a:off x="2884804" y="2242960"/>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36" name="Google Shape;236;p20"/>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This is ½ of the whole.</a:t>
            </a:r>
            <a:endParaRPr sz="3455">
              <a:solidFill>
                <a:schemeClr val="lt1"/>
              </a:solidFill>
              <a:latin typeface="Montserrat Medium"/>
              <a:ea typeface="Montserrat Medium"/>
              <a:cs typeface="Montserrat Medium"/>
              <a:sym typeface="Montserrat Medium"/>
            </a:endParaRPr>
          </a:p>
        </p:txBody>
      </p:sp>
      <p:sp>
        <p:nvSpPr>
          <p:cNvPr id="237" name="Google Shape;237;p20"/>
          <p:cNvSpPr/>
          <p:nvPr/>
        </p:nvSpPr>
        <p:spPr>
          <a:xfrm>
            <a:off x="1301241" y="4209683"/>
            <a:ext cx="1370700" cy="18201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0"/>
          <p:cNvSpPr txBox="1"/>
          <p:nvPr/>
        </p:nvSpPr>
        <p:spPr>
          <a:xfrm>
            <a:off x="1628662" y="423485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1</a:t>
            </a:r>
            <a:endParaRPr b="1" sz="5455">
              <a:solidFill>
                <a:schemeClr val="lt1"/>
              </a:solidFill>
            </a:endParaRPr>
          </a:p>
        </p:txBody>
      </p:sp>
      <p:sp>
        <p:nvSpPr>
          <p:cNvPr id="239" name="Google Shape;239;p20"/>
          <p:cNvSpPr txBox="1"/>
          <p:nvPr/>
        </p:nvSpPr>
        <p:spPr>
          <a:xfrm>
            <a:off x="1667390" y="502624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2</a:t>
            </a:r>
            <a:endParaRPr b="1" sz="5455">
              <a:solidFill>
                <a:schemeClr val="lt1"/>
              </a:solidFill>
            </a:endParaRPr>
          </a:p>
        </p:txBody>
      </p:sp>
      <p:cxnSp>
        <p:nvCxnSpPr>
          <p:cNvPr id="240" name="Google Shape;240;p20"/>
          <p:cNvCxnSpPr/>
          <p:nvPr/>
        </p:nvCxnSpPr>
        <p:spPr>
          <a:xfrm>
            <a:off x="1512480" y="5113465"/>
            <a:ext cx="968100" cy="0"/>
          </a:xfrm>
          <a:prstGeom prst="straightConnector1">
            <a:avLst/>
          </a:prstGeom>
          <a:noFill/>
          <a:ln cap="flat" cmpd="sng" w="28575">
            <a:solidFill>
              <a:schemeClr val="lt1"/>
            </a:solidFill>
            <a:prstDash val="solid"/>
            <a:round/>
            <a:headEnd len="med" w="med" type="none"/>
            <a:tailEnd len="med" w="med" type="none"/>
          </a:ln>
        </p:spPr>
      </p:cxnSp>
      <p:sp>
        <p:nvSpPr>
          <p:cNvPr id="241" name="Google Shape;241;p20"/>
          <p:cNvSpPr txBox="1"/>
          <p:nvPr/>
        </p:nvSpPr>
        <p:spPr>
          <a:xfrm>
            <a:off x="5464450" y="1460025"/>
            <a:ext cx="5131500" cy="118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55">
                <a:solidFill>
                  <a:srgbClr val="FF00FF"/>
                </a:solidFill>
              </a:rPr>
              <a:t>After 2 seconds, dehighlight the first block and </a:t>
            </a:r>
            <a:r>
              <a:rPr lang="en" sz="2155">
                <a:solidFill>
                  <a:srgbClr val="FF00FF"/>
                </a:solidFill>
              </a:rPr>
              <a:t>change</a:t>
            </a:r>
            <a:r>
              <a:rPr lang="en" sz="2155">
                <a:solidFill>
                  <a:srgbClr val="FF00FF"/>
                </a:solidFill>
              </a:rPr>
              <a:t> the upper statement  to “ </a:t>
            </a:r>
            <a:r>
              <a:rPr lang="en" sz="2155">
                <a:solidFill>
                  <a:srgbClr val="FF00FF"/>
                </a:solidFill>
              </a:rPr>
              <a:t>Let's</a:t>
            </a:r>
            <a:r>
              <a:rPr lang="en" sz="2155">
                <a:solidFill>
                  <a:srgbClr val="FF00FF"/>
                </a:solidFill>
              </a:rPr>
              <a:t> divide the second block into four equal parts, just like the next slide.</a:t>
            </a:r>
            <a:endParaRPr sz="2155">
              <a:solidFill>
                <a:srgbClr val="FF00FF"/>
              </a:solidFill>
            </a:endParaRPr>
          </a:p>
        </p:txBody>
      </p:sp>
      <p:cxnSp>
        <p:nvCxnSpPr>
          <p:cNvPr id="242" name="Google Shape;242;p20"/>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243" name="Google Shape;243;p20"/>
          <p:cNvSpPr/>
          <p:nvPr/>
        </p:nvSpPr>
        <p:spPr>
          <a:xfrm>
            <a:off x="13713428" y="6068603"/>
            <a:ext cx="1800900" cy="832800"/>
          </a:xfrm>
          <a:prstGeom prst="rect">
            <a:avLst/>
          </a:prstGeom>
          <a:solidFill>
            <a:srgbClr val="66666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999999"/>
                </a:solidFill>
              </a:rPr>
              <a:t>One Whole </a:t>
            </a:r>
            <a:endParaRPr sz="2000">
              <a:solidFill>
                <a:srgbClr val="999999"/>
              </a:solidFill>
            </a:endParaRPr>
          </a:p>
          <a:p>
            <a:pPr indent="0" lvl="0" marL="0" rtl="0" algn="ctr">
              <a:spcBef>
                <a:spcPts val="0"/>
              </a:spcBef>
              <a:spcAft>
                <a:spcPts val="0"/>
              </a:spcAft>
              <a:buNone/>
            </a:pPr>
            <a:r>
              <a:rPr lang="en" sz="2000">
                <a:solidFill>
                  <a:srgbClr val="999999"/>
                </a:solidFill>
              </a:rPr>
              <a:t>clay block</a:t>
            </a:r>
            <a:endParaRPr sz="2000">
              <a:solidFill>
                <a:srgbClr val="999999"/>
              </a:solidFill>
            </a:endParaRPr>
          </a:p>
        </p:txBody>
      </p:sp>
      <p:sp>
        <p:nvSpPr>
          <p:cNvPr id="244" name="Google Shape;244;p20"/>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245" name="Google Shape;245;p20"/>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246" name="Google Shape;246;p20"/>
          <p:cNvCxnSpPr/>
          <p:nvPr/>
        </p:nvCxnSpPr>
        <p:spPr>
          <a:xfrm flipH="1" rot="10800000">
            <a:off x="14330542" y="3955316"/>
            <a:ext cx="580800" cy="19500"/>
          </a:xfrm>
          <a:prstGeom prst="straightConnector1">
            <a:avLst/>
          </a:prstGeom>
          <a:noFill/>
          <a:ln cap="flat" cmpd="sng" w="38100">
            <a:solidFill>
              <a:srgbClr val="999999"/>
            </a:solidFill>
            <a:prstDash val="solid"/>
            <a:round/>
            <a:headEnd len="med" w="med" type="none"/>
            <a:tailEnd len="med" w="med" type="none"/>
          </a:ln>
        </p:spPr>
      </p:cxnSp>
      <p:sp>
        <p:nvSpPr>
          <p:cNvPr id="247" name="Google Shape;247;p20"/>
          <p:cNvSpPr txBox="1"/>
          <p:nvPr/>
        </p:nvSpPr>
        <p:spPr>
          <a:xfrm>
            <a:off x="13732790" y="4538731"/>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0">
                <a:solidFill>
                  <a:srgbClr val="00FF00"/>
                </a:solidFill>
              </a:rPr>
              <a:t>2</a:t>
            </a:r>
            <a:endParaRPr b="1" sz="6550">
              <a:solidFill>
                <a:srgbClr val="00FF00"/>
              </a:solidFill>
            </a:endParaRPr>
          </a:p>
        </p:txBody>
      </p:sp>
      <p:sp>
        <p:nvSpPr>
          <p:cNvPr id="248" name="Google Shape;248;p20"/>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4</a:t>
            </a:r>
            <a:endParaRPr b="1" sz="3655">
              <a:solidFill>
                <a:srgbClr val="134F5C"/>
              </a:solidFill>
            </a:endParaRPr>
          </a:p>
        </p:txBody>
      </p:sp>
      <p:cxnSp>
        <p:nvCxnSpPr>
          <p:cNvPr id="249" name="Google Shape;249;p20"/>
          <p:cNvCxnSpPr/>
          <p:nvPr/>
        </p:nvCxnSpPr>
        <p:spPr>
          <a:xfrm flipH="1" rot="10800000">
            <a:off x="14328032" y="2907162"/>
            <a:ext cx="580800" cy="19500"/>
          </a:xfrm>
          <a:prstGeom prst="straightConnector1">
            <a:avLst/>
          </a:prstGeom>
          <a:noFill/>
          <a:ln cap="flat" cmpd="sng" w="38100">
            <a:solidFill>
              <a:srgbClr val="999999"/>
            </a:solidFill>
            <a:prstDash val="solid"/>
            <a:round/>
            <a:headEnd len="med" w="med" type="none"/>
            <a:tailEnd len="med" w="med" type="none"/>
          </a:ln>
        </p:spPr>
      </p:cxnSp>
      <p:sp>
        <p:nvSpPr>
          <p:cNvPr id="250" name="Google Shape;250;p20"/>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pic>
        <p:nvPicPr>
          <p:cNvPr id="251" name="Google Shape;251;p20"/>
          <p:cNvPicPr preferRelativeResize="0"/>
          <p:nvPr/>
        </p:nvPicPr>
        <p:blipFill rotWithShape="1">
          <a:blip r:embed="rId4">
            <a:alphaModFix/>
          </a:blip>
          <a:srcRect b="44922" l="3165" r="4285" t="42146"/>
          <a:stretch/>
        </p:blipFill>
        <p:spPr>
          <a:xfrm>
            <a:off x="14681103" y="4945472"/>
            <a:ext cx="1284457" cy="2692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255" name="Shape 255"/>
        <p:cNvGrpSpPr/>
        <p:nvPr/>
      </p:nvGrpSpPr>
      <p:grpSpPr>
        <a:xfrm>
          <a:off x="0" y="0"/>
          <a:ext cx="0" cy="0"/>
          <a:chOff x="0" y="0"/>
          <a:chExt cx="0" cy="0"/>
        </a:xfrm>
      </p:grpSpPr>
      <p:pic>
        <p:nvPicPr>
          <p:cNvPr id="256" name="Google Shape;256;p21"/>
          <p:cNvPicPr preferRelativeResize="0"/>
          <p:nvPr/>
        </p:nvPicPr>
        <p:blipFill rotWithShape="1">
          <a:blip r:embed="rId3">
            <a:alphaModFix amt="25000"/>
          </a:blip>
          <a:srcRect b="31485" l="7331" r="51740" t="27444"/>
          <a:stretch/>
        </p:blipFill>
        <p:spPr>
          <a:xfrm>
            <a:off x="202949" y="2509875"/>
            <a:ext cx="1950301" cy="1304676"/>
          </a:xfrm>
          <a:prstGeom prst="rect">
            <a:avLst/>
          </a:prstGeom>
          <a:noFill/>
          <a:ln>
            <a:noFill/>
          </a:ln>
        </p:spPr>
      </p:pic>
      <p:pic>
        <p:nvPicPr>
          <p:cNvPr id="257" name="Google Shape;257;p21"/>
          <p:cNvPicPr preferRelativeResize="0"/>
          <p:nvPr/>
        </p:nvPicPr>
        <p:blipFill rotWithShape="1">
          <a:blip r:embed="rId3">
            <a:alphaModFix/>
          </a:blip>
          <a:srcRect b="31485" l="7332" r="6912" t="27444"/>
          <a:stretch/>
        </p:blipFill>
        <p:spPr>
          <a:xfrm>
            <a:off x="4615373" y="2509871"/>
            <a:ext cx="4086267" cy="1304681"/>
          </a:xfrm>
          <a:prstGeom prst="rect">
            <a:avLst/>
          </a:prstGeom>
          <a:noFill/>
          <a:ln>
            <a:noFill/>
          </a:ln>
        </p:spPr>
      </p:pic>
      <p:pic>
        <p:nvPicPr>
          <p:cNvPr id="258" name="Google Shape;258;p21"/>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259" name="Google Shape;259;p21"/>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60" name="Google Shape;260;p21"/>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61" name="Google Shape;261;p21"/>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262" name="Google Shape;262;p21"/>
          <p:cNvPicPr preferRelativeResize="0"/>
          <p:nvPr/>
        </p:nvPicPr>
        <p:blipFill rotWithShape="1">
          <a:blip r:embed="rId3">
            <a:alphaModFix amt="25000"/>
          </a:blip>
          <a:srcRect b="31485" l="50291" r="6915" t="27444"/>
          <a:stretch/>
        </p:blipFill>
        <p:spPr>
          <a:xfrm>
            <a:off x="2250070" y="2509875"/>
            <a:ext cx="2039151" cy="1304676"/>
          </a:xfrm>
          <a:prstGeom prst="rect">
            <a:avLst/>
          </a:prstGeom>
          <a:noFill/>
          <a:ln>
            <a:noFill/>
          </a:ln>
        </p:spPr>
      </p:pic>
      <p:sp>
        <p:nvSpPr>
          <p:cNvPr id="263" name="Google Shape;263;p21"/>
          <p:cNvSpPr/>
          <p:nvPr/>
        </p:nvSpPr>
        <p:spPr>
          <a:xfrm>
            <a:off x="1202667" y="2264834"/>
            <a:ext cx="352200" cy="2880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64" name="Google Shape;264;p21"/>
          <p:cNvSpPr/>
          <p:nvPr/>
        </p:nvSpPr>
        <p:spPr>
          <a:xfrm>
            <a:off x="2884804" y="2242960"/>
            <a:ext cx="352200" cy="2880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65" name="Google Shape;265;p21"/>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Now divide another whole into 4 equal parts.</a:t>
            </a:r>
            <a:endParaRPr sz="3455">
              <a:solidFill>
                <a:schemeClr val="lt1"/>
              </a:solidFill>
              <a:latin typeface="Montserrat Medium"/>
              <a:ea typeface="Montserrat Medium"/>
              <a:cs typeface="Montserrat Medium"/>
              <a:sym typeface="Montserrat Medium"/>
            </a:endParaRPr>
          </a:p>
        </p:txBody>
      </p:sp>
      <p:sp>
        <p:nvSpPr>
          <p:cNvPr id="266" name="Google Shape;266;p21"/>
          <p:cNvSpPr/>
          <p:nvPr/>
        </p:nvSpPr>
        <p:spPr>
          <a:xfrm>
            <a:off x="1301241" y="4209683"/>
            <a:ext cx="1370700" cy="1820100"/>
          </a:xfrm>
          <a:prstGeom prst="roundRect">
            <a:avLst>
              <a:gd fmla="val 16667" name="adj"/>
            </a:avLst>
          </a:prstGeom>
          <a:noFill/>
          <a:ln cap="flat" cmpd="sng" w="1905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1"/>
          <p:cNvSpPr txBox="1"/>
          <p:nvPr/>
        </p:nvSpPr>
        <p:spPr>
          <a:xfrm>
            <a:off x="1628662" y="423485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1</a:t>
            </a:r>
            <a:endParaRPr b="1" sz="5455">
              <a:solidFill>
                <a:srgbClr val="999999"/>
              </a:solidFill>
            </a:endParaRPr>
          </a:p>
        </p:txBody>
      </p:sp>
      <p:sp>
        <p:nvSpPr>
          <p:cNvPr id="268" name="Google Shape;268;p21"/>
          <p:cNvSpPr txBox="1"/>
          <p:nvPr/>
        </p:nvSpPr>
        <p:spPr>
          <a:xfrm>
            <a:off x="1667390" y="502624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2</a:t>
            </a:r>
            <a:endParaRPr b="1" sz="5455">
              <a:solidFill>
                <a:srgbClr val="999999"/>
              </a:solidFill>
            </a:endParaRPr>
          </a:p>
        </p:txBody>
      </p:sp>
      <p:cxnSp>
        <p:nvCxnSpPr>
          <p:cNvPr id="269" name="Google Shape;269;p21"/>
          <p:cNvCxnSpPr/>
          <p:nvPr/>
        </p:nvCxnSpPr>
        <p:spPr>
          <a:xfrm>
            <a:off x="1512480" y="5113465"/>
            <a:ext cx="968100" cy="0"/>
          </a:xfrm>
          <a:prstGeom prst="straightConnector1">
            <a:avLst/>
          </a:prstGeom>
          <a:noFill/>
          <a:ln cap="flat" cmpd="sng" w="28575">
            <a:solidFill>
              <a:srgbClr val="999999"/>
            </a:solidFill>
            <a:prstDash val="solid"/>
            <a:round/>
            <a:headEnd len="med" w="med" type="none"/>
            <a:tailEnd len="med" w="med" type="none"/>
          </a:ln>
        </p:spPr>
      </p:cxnSp>
      <p:sp>
        <p:nvSpPr>
          <p:cNvPr id="270" name="Google Shape;270;p21"/>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sp>
        <p:nvSpPr>
          <p:cNvPr id="271" name="Google Shape;271;p21"/>
          <p:cNvSpPr txBox="1"/>
          <p:nvPr/>
        </p:nvSpPr>
        <p:spPr>
          <a:xfrm>
            <a:off x="5019075" y="4771225"/>
            <a:ext cx="5809200" cy="323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If the user move the knife other than 3, block can be divided into that many parts and then teeter the block, move back the knife to original position, when place the knife in the correct number, just lock the knife at that number showing green highlight arround the block.</a:t>
            </a:r>
            <a:endParaRPr sz="2855">
              <a:solidFill>
                <a:srgbClr val="FF00FF"/>
              </a:solidFill>
            </a:endParaRPr>
          </a:p>
        </p:txBody>
      </p:sp>
      <p:cxnSp>
        <p:nvCxnSpPr>
          <p:cNvPr id="272" name="Google Shape;272;p21"/>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273" name="Google Shape;273;p21"/>
          <p:cNvSpPr/>
          <p:nvPr/>
        </p:nvSpPr>
        <p:spPr>
          <a:xfrm>
            <a:off x="13713428" y="6068603"/>
            <a:ext cx="1800900" cy="832800"/>
          </a:xfrm>
          <a:prstGeom prst="rect">
            <a:avLst/>
          </a:prstGeom>
          <a:solidFill>
            <a:srgbClr val="B45F0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lt1"/>
                </a:solidFill>
              </a:rPr>
              <a:t>One Whole </a:t>
            </a:r>
            <a:endParaRPr sz="2000">
              <a:solidFill>
                <a:schemeClr val="lt1"/>
              </a:solidFill>
            </a:endParaRPr>
          </a:p>
          <a:p>
            <a:pPr indent="0" lvl="0" marL="0" marR="0" rtl="0" algn="ctr">
              <a:lnSpc>
                <a:spcPct val="100000"/>
              </a:lnSpc>
              <a:spcBef>
                <a:spcPts val="0"/>
              </a:spcBef>
              <a:spcAft>
                <a:spcPts val="0"/>
              </a:spcAft>
              <a:buNone/>
            </a:pPr>
            <a:r>
              <a:rPr lang="en" sz="2000">
                <a:solidFill>
                  <a:schemeClr val="lt1"/>
                </a:solidFill>
              </a:rPr>
              <a:t>clay block</a:t>
            </a:r>
            <a:endParaRPr sz="2000">
              <a:solidFill>
                <a:schemeClr val="lt1"/>
              </a:solidFill>
            </a:endParaRPr>
          </a:p>
        </p:txBody>
      </p:sp>
      <p:pic>
        <p:nvPicPr>
          <p:cNvPr id="274" name="Google Shape;274;p21"/>
          <p:cNvPicPr preferRelativeResize="0"/>
          <p:nvPr/>
        </p:nvPicPr>
        <p:blipFill rotWithShape="1">
          <a:blip r:embed="rId4">
            <a:alphaModFix/>
          </a:blip>
          <a:srcRect b="44922" l="3165" r="4285" t="42146"/>
          <a:stretch/>
        </p:blipFill>
        <p:spPr>
          <a:xfrm>
            <a:off x="14451248" y="5799987"/>
            <a:ext cx="1284457" cy="269230"/>
          </a:xfrm>
          <a:prstGeom prst="rect">
            <a:avLst/>
          </a:prstGeom>
          <a:noFill/>
          <a:ln>
            <a:noFill/>
          </a:ln>
        </p:spPr>
      </p:pic>
      <p:pic>
        <p:nvPicPr>
          <p:cNvPr id="275" name="Google Shape;275;p21" title="finger swipe right (3).gif"/>
          <p:cNvPicPr preferRelativeResize="0"/>
          <p:nvPr/>
        </p:nvPicPr>
        <p:blipFill>
          <a:blip r:embed="rId5">
            <a:alphaModFix/>
          </a:blip>
          <a:stretch>
            <a:fillRect/>
          </a:stretch>
        </p:blipFill>
        <p:spPr>
          <a:xfrm rot="-5400000">
            <a:off x="14730155" y="5583550"/>
            <a:ext cx="1333500" cy="666750"/>
          </a:xfrm>
          <a:prstGeom prst="rect">
            <a:avLst/>
          </a:prstGeom>
          <a:noFill/>
          <a:ln>
            <a:noFill/>
          </a:ln>
        </p:spPr>
      </p:pic>
      <p:cxnSp>
        <p:nvCxnSpPr>
          <p:cNvPr id="276" name="Google Shape;276;p21"/>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277" name="Google Shape;277;p21"/>
          <p:cNvCxnSpPr/>
          <p:nvPr/>
        </p:nvCxnSpPr>
        <p:spPr>
          <a:xfrm flipH="1" rot="10800000">
            <a:off x="14330542" y="3955316"/>
            <a:ext cx="580800" cy="19500"/>
          </a:xfrm>
          <a:prstGeom prst="straightConnector1">
            <a:avLst/>
          </a:prstGeom>
          <a:noFill/>
          <a:ln cap="flat" cmpd="sng" w="38100">
            <a:solidFill>
              <a:schemeClr val="lt1"/>
            </a:solidFill>
            <a:prstDash val="solid"/>
            <a:round/>
            <a:headEnd len="med" w="med" type="none"/>
            <a:tailEnd len="med" w="med" type="none"/>
          </a:ln>
        </p:spPr>
      </p:cxnSp>
      <p:sp>
        <p:nvSpPr>
          <p:cNvPr id="278" name="Google Shape;278;p21"/>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00FF00"/>
                </a:solidFill>
              </a:rPr>
              <a:t>2</a:t>
            </a:r>
            <a:endParaRPr b="1" sz="3650">
              <a:solidFill>
                <a:srgbClr val="00FF00"/>
              </a:solidFill>
            </a:endParaRPr>
          </a:p>
        </p:txBody>
      </p:sp>
      <p:sp>
        <p:nvSpPr>
          <p:cNvPr id="279" name="Google Shape;279;p21"/>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4</a:t>
            </a:r>
            <a:endParaRPr b="1" sz="3655">
              <a:solidFill>
                <a:srgbClr val="00FF00"/>
              </a:solidFill>
            </a:endParaRPr>
          </a:p>
        </p:txBody>
      </p:sp>
      <p:cxnSp>
        <p:nvCxnSpPr>
          <p:cNvPr id="280" name="Google Shape;280;p21"/>
          <p:cNvCxnSpPr/>
          <p:nvPr/>
        </p:nvCxnSpPr>
        <p:spPr>
          <a:xfrm flipH="1" rot="10800000">
            <a:off x="14328032" y="2907162"/>
            <a:ext cx="580800" cy="19500"/>
          </a:xfrm>
          <a:prstGeom prst="straightConnector1">
            <a:avLst/>
          </a:prstGeom>
          <a:noFill/>
          <a:ln cap="flat" cmpd="sng" w="38100">
            <a:solidFill>
              <a:schemeClr val="lt1"/>
            </a:solidFill>
            <a:prstDash val="solid"/>
            <a:round/>
            <a:headEnd len="med" w="med" type="none"/>
            <a:tailEnd len="med" w="med" type="none"/>
          </a:ln>
        </p:spPr>
      </p:cxnSp>
      <p:sp>
        <p:nvSpPr>
          <p:cNvPr id="281" name="Google Shape;281;p21"/>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6</a:t>
            </a:r>
            <a:endParaRPr b="1" sz="3655">
              <a:solidFill>
                <a:srgbClr val="00FF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285" name="Shape 285"/>
        <p:cNvGrpSpPr/>
        <p:nvPr/>
      </p:nvGrpSpPr>
      <p:grpSpPr>
        <a:xfrm>
          <a:off x="0" y="0"/>
          <a:ext cx="0" cy="0"/>
          <a:chOff x="0" y="0"/>
          <a:chExt cx="0" cy="0"/>
        </a:xfrm>
      </p:grpSpPr>
      <p:pic>
        <p:nvPicPr>
          <p:cNvPr id="286" name="Google Shape;286;p22"/>
          <p:cNvPicPr preferRelativeResize="0"/>
          <p:nvPr/>
        </p:nvPicPr>
        <p:blipFill rotWithShape="1">
          <a:blip r:embed="rId3">
            <a:alphaModFix amt="25000"/>
          </a:blip>
          <a:srcRect b="31485" l="7331" r="51740" t="27444"/>
          <a:stretch/>
        </p:blipFill>
        <p:spPr>
          <a:xfrm>
            <a:off x="202949" y="2509875"/>
            <a:ext cx="1950301" cy="1304676"/>
          </a:xfrm>
          <a:prstGeom prst="rect">
            <a:avLst/>
          </a:prstGeom>
          <a:noFill/>
          <a:ln>
            <a:noFill/>
          </a:ln>
        </p:spPr>
      </p:pic>
      <p:pic>
        <p:nvPicPr>
          <p:cNvPr id="287" name="Google Shape;287;p22"/>
          <p:cNvPicPr preferRelativeResize="0"/>
          <p:nvPr/>
        </p:nvPicPr>
        <p:blipFill rotWithShape="1">
          <a:blip r:embed="rId3">
            <a:alphaModFix/>
          </a:blip>
          <a:srcRect b="31485" l="7332" r="6912" t="27444"/>
          <a:stretch/>
        </p:blipFill>
        <p:spPr>
          <a:xfrm>
            <a:off x="4615373" y="2509871"/>
            <a:ext cx="4086267" cy="1304681"/>
          </a:xfrm>
          <a:prstGeom prst="rect">
            <a:avLst/>
          </a:prstGeom>
          <a:noFill/>
          <a:ln>
            <a:noFill/>
          </a:ln>
        </p:spPr>
      </p:pic>
      <p:pic>
        <p:nvPicPr>
          <p:cNvPr id="288" name="Google Shape;288;p22"/>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289" name="Google Shape;289;p22"/>
          <p:cNvSpPr txBox="1"/>
          <p:nvPr/>
        </p:nvSpPr>
        <p:spPr>
          <a:xfrm>
            <a:off x="3973437"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90" name="Google Shape;290;p22"/>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291" name="Google Shape;291;p22"/>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292" name="Google Shape;292;p22"/>
          <p:cNvPicPr preferRelativeResize="0"/>
          <p:nvPr/>
        </p:nvPicPr>
        <p:blipFill rotWithShape="1">
          <a:blip r:embed="rId3">
            <a:alphaModFix amt="25000"/>
          </a:blip>
          <a:srcRect b="31485" l="50291" r="6915" t="27444"/>
          <a:stretch/>
        </p:blipFill>
        <p:spPr>
          <a:xfrm>
            <a:off x="2250070" y="2509875"/>
            <a:ext cx="2039151" cy="1304676"/>
          </a:xfrm>
          <a:prstGeom prst="rect">
            <a:avLst/>
          </a:prstGeom>
          <a:noFill/>
          <a:ln>
            <a:noFill/>
          </a:ln>
        </p:spPr>
      </p:pic>
      <p:sp>
        <p:nvSpPr>
          <p:cNvPr id="293" name="Google Shape;293;p22"/>
          <p:cNvSpPr/>
          <p:nvPr/>
        </p:nvSpPr>
        <p:spPr>
          <a:xfrm>
            <a:off x="1202667" y="2264834"/>
            <a:ext cx="352200" cy="2880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94" name="Google Shape;294;p22"/>
          <p:cNvSpPr/>
          <p:nvPr/>
        </p:nvSpPr>
        <p:spPr>
          <a:xfrm>
            <a:off x="2884804" y="2242960"/>
            <a:ext cx="352200" cy="2880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95" name="Google Shape;295;p22"/>
          <p:cNvSpPr/>
          <p:nvPr/>
        </p:nvSpPr>
        <p:spPr>
          <a:xfrm>
            <a:off x="1301241" y="4209683"/>
            <a:ext cx="1370700" cy="1820100"/>
          </a:xfrm>
          <a:prstGeom prst="roundRect">
            <a:avLst>
              <a:gd fmla="val 16667" name="adj"/>
            </a:avLst>
          </a:prstGeom>
          <a:noFill/>
          <a:ln cap="flat" cmpd="sng" w="1905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2"/>
          <p:cNvSpPr txBox="1"/>
          <p:nvPr/>
        </p:nvSpPr>
        <p:spPr>
          <a:xfrm>
            <a:off x="1628662" y="423485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1</a:t>
            </a:r>
            <a:endParaRPr b="1" sz="5455">
              <a:solidFill>
                <a:srgbClr val="999999"/>
              </a:solidFill>
            </a:endParaRPr>
          </a:p>
        </p:txBody>
      </p:sp>
      <p:sp>
        <p:nvSpPr>
          <p:cNvPr id="297" name="Google Shape;297;p22"/>
          <p:cNvSpPr txBox="1"/>
          <p:nvPr/>
        </p:nvSpPr>
        <p:spPr>
          <a:xfrm>
            <a:off x="1667390" y="502624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2</a:t>
            </a:r>
            <a:endParaRPr b="1" sz="5455">
              <a:solidFill>
                <a:srgbClr val="999999"/>
              </a:solidFill>
            </a:endParaRPr>
          </a:p>
        </p:txBody>
      </p:sp>
      <p:cxnSp>
        <p:nvCxnSpPr>
          <p:cNvPr id="298" name="Google Shape;298;p22"/>
          <p:cNvCxnSpPr/>
          <p:nvPr/>
        </p:nvCxnSpPr>
        <p:spPr>
          <a:xfrm>
            <a:off x="1512480" y="5113465"/>
            <a:ext cx="968100" cy="0"/>
          </a:xfrm>
          <a:prstGeom prst="straightConnector1">
            <a:avLst/>
          </a:prstGeom>
          <a:noFill/>
          <a:ln cap="flat" cmpd="sng" w="28575">
            <a:solidFill>
              <a:srgbClr val="999999"/>
            </a:solidFill>
            <a:prstDash val="solid"/>
            <a:round/>
            <a:headEnd len="med" w="med" type="none"/>
            <a:tailEnd len="med" w="med" type="none"/>
          </a:ln>
        </p:spPr>
      </p:cxnSp>
      <p:sp>
        <p:nvSpPr>
          <p:cNvPr id="299" name="Google Shape;299;p22"/>
          <p:cNvSpPr txBox="1"/>
          <p:nvPr/>
        </p:nvSpPr>
        <p:spPr>
          <a:xfrm>
            <a:off x="4244525" y="937200"/>
            <a:ext cx="7530000" cy="15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4255">
              <a:solidFill>
                <a:schemeClr val="dk2"/>
              </a:solidFill>
            </a:endParaRPr>
          </a:p>
        </p:txBody>
      </p:sp>
      <p:sp>
        <p:nvSpPr>
          <p:cNvPr id="300" name="Google Shape;300;p22"/>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301" name="Google Shape;301;p22"/>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302" name="Google Shape;302;p22"/>
          <p:cNvSpPr/>
          <p:nvPr/>
        </p:nvSpPr>
        <p:spPr>
          <a:xfrm>
            <a:off x="13713428" y="6068603"/>
            <a:ext cx="1800900" cy="832800"/>
          </a:xfrm>
          <a:prstGeom prst="rect">
            <a:avLst/>
          </a:prstGeom>
          <a:solidFill>
            <a:srgbClr val="B45F0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lt1"/>
                </a:solidFill>
              </a:rPr>
              <a:t>One Whole </a:t>
            </a:r>
            <a:endParaRPr sz="2000">
              <a:solidFill>
                <a:schemeClr val="lt1"/>
              </a:solidFill>
            </a:endParaRPr>
          </a:p>
          <a:p>
            <a:pPr indent="0" lvl="0" marL="0" marR="0" rtl="0" algn="ctr">
              <a:lnSpc>
                <a:spcPct val="100000"/>
              </a:lnSpc>
              <a:spcBef>
                <a:spcPts val="0"/>
              </a:spcBef>
              <a:spcAft>
                <a:spcPts val="0"/>
              </a:spcAft>
              <a:buNone/>
            </a:pPr>
            <a:r>
              <a:rPr lang="en" sz="2000">
                <a:solidFill>
                  <a:schemeClr val="lt1"/>
                </a:solidFill>
              </a:rPr>
              <a:t>clay block</a:t>
            </a:r>
            <a:endParaRPr sz="2000">
              <a:solidFill>
                <a:schemeClr val="lt1"/>
              </a:solidFill>
            </a:endParaRPr>
          </a:p>
        </p:txBody>
      </p:sp>
      <p:pic>
        <p:nvPicPr>
          <p:cNvPr id="303" name="Google Shape;303;p22"/>
          <p:cNvPicPr preferRelativeResize="0"/>
          <p:nvPr/>
        </p:nvPicPr>
        <p:blipFill rotWithShape="1">
          <a:blip r:embed="rId4">
            <a:alphaModFix/>
          </a:blip>
          <a:srcRect b="44922" l="3165" r="4285" t="42146"/>
          <a:stretch/>
        </p:blipFill>
        <p:spPr>
          <a:xfrm>
            <a:off x="14482825" y="3820771"/>
            <a:ext cx="1284457" cy="269230"/>
          </a:xfrm>
          <a:prstGeom prst="rect">
            <a:avLst/>
          </a:prstGeom>
          <a:noFill/>
          <a:ln>
            <a:noFill/>
          </a:ln>
        </p:spPr>
      </p:pic>
      <p:cxnSp>
        <p:nvCxnSpPr>
          <p:cNvPr id="304" name="Google Shape;304;p22"/>
          <p:cNvCxnSpPr/>
          <p:nvPr/>
        </p:nvCxnSpPr>
        <p:spPr>
          <a:xfrm flipH="1" rot="10800000">
            <a:off x="14352416" y="5100288"/>
            <a:ext cx="580800" cy="19500"/>
          </a:xfrm>
          <a:prstGeom prst="straightConnector1">
            <a:avLst/>
          </a:prstGeom>
          <a:noFill/>
          <a:ln cap="flat" cmpd="sng" w="38100">
            <a:solidFill>
              <a:srgbClr val="134F5C"/>
            </a:solidFill>
            <a:prstDash val="solid"/>
            <a:round/>
            <a:headEnd len="med" w="med" type="none"/>
            <a:tailEnd len="med" w="med" type="none"/>
          </a:ln>
        </p:spPr>
      </p:cxnSp>
      <p:cxnSp>
        <p:nvCxnSpPr>
          <p:cNvPr id="305" name="Google Shape;305;p22"/>
          <p:cNvCxnSpPr/>
          <p:nvPr/>
        </p:nvCxnSpPr>
        <p:spPr>
          <a:xfrm flipH="1" rot="10800000">
            <a:off x="14330542" y="3955316"/>
            <a:ext cx="580800" cy="19500"/>
          </a:xfrm>
          <a:prstGeom prst="straightConnector1">
            <a:avLst/>
          </a:prstGeom>
          <a:noFill/>
          <a:ln cap="flat" cmpd="sng" w="38100">
            <a:solidFill>
              <a:schemeClr val="lt1"/>
            </a:solidFill>
            <a:prstDash val="solid"/>
            <a:round/>
            <a:headEnd len="med" w="med" type="none"/>
            <a:tailEnd len="med" w="med" type="none"/>
          </a:ln>
        </p:spPr>
      </p:cxnSp>
      <p:sp>
        <p:nvSpPr>
          <p:cNvPr id="306" name="Google Shape;306;p22"/>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134F5C"/>
                </a:solidFill>
              </a:rPr>
              <a:t>2</a:t>
            </a:r>
            <a:endParaRPr b="1" sz="3650">
              <a:solidFill>
                <a:srgbClr val="134F5C"/>
              </a:solidFill>
            </a:endParaRPr>
          </a:p>
        </p:txBody>
      </p:sp>
      <p:sp>
        <p:nvSpPr>
          <p:cNvPr id="307" name="Google Shape;307;p22"/>
          <p:cNvSpPr txBox="1"/>
          <p:nvPr/>
        </p:nvSpPr>
        <p:spPr>
          <a:xfrm>
            <a:off x="13807728" y="3451854"/>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5">
                <a:solidFill>
                  <a:srgbClr val="00FF00"/>
                </a:solidFill>
              </a:rPr>
              <a:t>4</a:t>
            </a:r>
            <a:endParaRPr b="1" sz="6555">
              <a:solidFill>
                <a:srgbClr val="00FF00"/>
              </a:solidFill>
            </a:endParaRPr>
          </a:p>
        </p:txBody>
      </p:sp>
      <p:cxnSp>
        <p:nvCxnSpPr>
          <p:cNvPr id="308" name="Google Shape;308;p22"/>
          <p:cNvCxnSpPr/>
          <p:nvPr/>
        </p:nvCxnSpPr>
        <p:spPr>
          <a:xfrm flipH="1" rot="10800000">
            <a:off x="14328032" y="2907162"/>
            <a:ext cx="580800" cy="19500"/>
          </a:xfrm>
          <a:prstGeom prst="straightConnector1">
            <a:avLst/>
          </a:prstGeom>
          <a:noFill/>
          <a:ln cap="flat" cmpd="sng" w="38100">
            <a:solidFill>
              <a:srgbClr val="134F5C"/>
            </a:solidFill>
            <a:prstDash val="solid"/>
            <a:round/>
            <a:headEnd len="med" w="med" type="none"/>
            <a:tailEnd len="med" w="med" type="none"/>
          </a:ln>
        </p:spPr>
      </p:cxnSp>
      <p:sp>
        <p:nvSpPr>
          <p:cNvPr id="309" name="Google Shape;309;p22"/>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sp>
        <p:nvSpPr>
          <p:cNvPr id="310" name="Google Shape;310;p22"/>
          <p:cNvSpPr txBox="1"/>
          <p:nvPr/>
        </p:nvSpPr>
        <p:spPr>
          <a:xfrm>
            <a:off x="2385625" y="4229050"/>
            <a:ext cx="10692900" cy="23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355">
                <a:solidFill>
                  <a:srgbClr val="FF00FF"/>
                </a:solidFill>
              </a:rPr>
              <a:t>Follow the same flow and rule as dividing whole into two equal parts </a:t>
            </a:r>
            <a:r>
              <a:rPr lang="en" sz="5355">
                <a:solidFill>
                  <a:srgbClr val="FF00FF"/>
                </a:solidFill>
              </a:rPr>
              <a:t>until</a:t>
            </a:r>
            <a:r>
              <a:rPr lang="en" sz="5355">
                <a:solidFill>
                  <a:srgbClr val="FF00FF"/>
                </a:solidFill>
              </a:rPr>
              <a:t> the fraction appears.</a:t>
            </a:r>
            <a:endParaRPr sz="5355">
              <a:solidFill>
                <a:srgbClr val="FF00FF"/>
              </a:solidFill>
            </a:endParaRPr>
          </a:p>
        </p:txBody>
      </p:sp>
      <p:sp>
        <p:nvSpPr>
          <p:cNvPr id="311" name="Google Shape;311;p22"/>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Now divide another whole into 4 equal parts.</a:t>
            </a:r>
            <a:endParaRPr sz="3455">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315" name="Shape 315"/>
        <p:cNvGrpSpPr/>
        <p:nvPr/>
      </p:nvGrpSpPr>
      <p:grpSpPr>
        <a:xfrm>
          <a:off x="0" y="0"/>
          <a:ext cx="0" cy="0"/>
          <a:chOff x="0" y="0"/>
          <a:chExt cx="0" cy="0"/>
        </a:xfrm>
      </p:grpSpPr>
      <p:sp>
        <p:nvSpPr>
          <p:cNvPr id="316" name="Google Shape;316;p23"/>
          <p:cNvSpPr txBox="1"/>
          <p:nvPr/>
        </p:nvSpPr>
        <p:spPr>
          <a:xfrm>
            <a:off x="1223800" y="1692400"/>
            <a:ext cx="11540700" cy="28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255">
                <a:solidFill>
                  <a:srgbClr val="0000FF"/>
                </a:solidFill>
              </a:rPr>
              <a:t>Follow the same rule as followed for the first block, the below slide should appear after showing the fraction of 2 out of 4.</a:t>
            </a:r>
            <a:endParaRPr sz="4255">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320" name="Shape 320"/>
        <p:cNvGrpSpPr/>
        <p:nvPr/>
      </p:nvGrpSpPr>
      <p:grpSpPr>
        <a:xfrm>
          <a:off x="0" y="0"/>
          <a:ext cx="0" cy="0"/>
          <a:chOff x="0" y="0"/>
          <a:chExt cx="0" cy="0"/>
        </a:xfrm>
      </p:grpSpPr>
      <p:sp>
        <p:nvSpPr>
          <p:cNvPr id="321" name="Google Shape;321;p24"/>
          <p:cNvSpPr/>
          <p:nvPr/>
        </p:nvSpPr>
        <p:spPr>
          <a:xfrm>
            <a:off x="261025" y="2573525"/>
            <a:ext cx="1950300" cy="1239300"/>
          </a:xfrm>
          <a:prstGeom prst="roundRect">
            <a:avLst>
              <a:gd fmla="val 16667" name="adj"/>
            </a:avLst>
          </a:prstGeom>
          <a:solidFill>
            <a:srgbClr val="999999">
              <a:alpha val="20130"/>
            </a:srgbClr>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2" name="Google Shape;322;p24"/>
          <p:cNvPicPr preferRelativeResize="0"/>
          <p:nvPr/>
        </p:nvPicPr>
        <p:blipFill rotWithShape="1">
          <a:blip r:embed="rId3">
            <a:alphaModFix/>
          </a:blip>
          <a:srcRect b="31485" l="7331" r="51740" t="27444"/>
          <a:stretch/>
        </p:blipFill>
        <p:spPr>
          <a:xfrm>
            <a:off x="202949" y="2509875"/>
            <a:ext cx="1950301" cy="1304676"/>
          </a:xfrm>
          <a:prstGeom prst="rect">
            <a:avLst/>
          </a:prstGeom>
          <a:noFill/>
          <a:ln>
            <a:noFill/>
          </a:ln>
        </p:spPr>
      </p:pic>
      <p:pic>
        <p:nvPicPr>
          <p:cNvPr id="323" name="Google Shape;323;p24"/>
          <p:cNvPicPr preferRelativeResize="0"/>
          <p:nvPr/>
        </p:nvPicPr>
        <p:blipFill rotWithShape="1">
          <a:blip r:embed="rId3">
            <a:alphaModFix/>
          </a:blip>
          <a:srcRect b="31485" l="7333" r="70784" t="27444"/>
          <a:stretch/>
        </p:blipFill>
        <p:spPr>
          <a:xfrm>
            <a:off x="4615374" y="2509875"/>
            <a:ext cx="1042725" cy="1304676"/>
          </a:xfrm>
          <a:prstGeom prst="rect">
            <a:avLst/>
          </a:prstGeom>
          <a:noFill/>
          <a:ln>
            <a:noFill/>
          </a:ln>
        </p:spPr>
      </p:pic>
      <p:pic>
        <p:nvPicPr>
          <p:cNvPr id="324" name="Google Shape;324;p24"/>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325" name="Google Shape;325;p24"/>
          <p:cNvSpPr txBox="1"/>
          <p:nvPr/>
        </p:nvSpPr>
        <p:spPr>
          <a:xfrm>
            <a:off x="3934709"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chemeClr val="lt1"/>
                </a:solidFill>
              </a:rPr>
              <a:t>=</a:t>
            </a:r>
            <a:endParaRPr b="1" sz="5755">
              <a:solidFill>
                <a:schemeClr val="lt1"/>
              </a:solidFill>
            </a:endParaRPr>
          </a:p>
        </p:txBody>
      </p:sp>
      <p:sp>
        <p:nvSpPr>
          <p:cNvPr id="326" name="Google Shape;326;p24"/>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327" name="Google Shape;327;p24"/>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328" name="Google Shape;328;p24"/>
          <p:cNvPicPr preferRelativeResize="0"/>
          <p:nvPr/>
        </p:nvPicPr>
        <p:blipFill rotWithShape="1">
          <a:blip r:embed="rId3">
            <a:alphaModFix/>
          </a:blip>
          <a:srcRect b="31485" l="50291" r="6915" t="27444"/>
          <a:stretch/>
        </p:blipFill>
        <p:spPr>
          <a:xfrm>
            <a:off x="2250070" y="2509875"/>
            <a:ext cx="2039151" cy="1304676"/>
          </a:xfrm>
          <a:prstGeom prst="rect">
            <a:avLst/>
          </a:prstGeom>
          <a:noFill/>
          <a:ln>
            <a:noFill/>
          </a:ln>
        </p:spPr>
      </p:pic>
      <p:sp>
        <p:nvSpPr>
          <p:cNvPr id="329" name="Google Shape;329;p24"/>
          <p:cNvSpPr/>
          <p:nvPr/>
        </p:nvSpPr>
        <p:spPr>
          <a:xfrm>
            <a:off x="1202667" y="2264834"/>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30" name="Google Shape;330;p24"/>
          <p:cNvSpPr/>
          <p:nvPr/>
        </p:nvSpPr>
        <p:spPr>
          <a:xfrm>
            <a:off x="2884804" y="2242960"/>
            <a:ext cx="352200" cy="28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31" name="Google Shape;331;p24"/>
          <p:cNvSpPr/>
          <p:nvPr/>
        </p:nvSpPr>
        <p:spPr>
          <a:xfrm>
            <a:off x="1301241" y="4209683"/>
            <a:ext cx="1370700" cy="1820100"/>
          </a:xfrm>
          <a:prstGeom prst="roundRect">
            <a:avLst>
              <a:gd fmla="val 16667" name="adj"/>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4"/>
          <p:cNvSpPr txBox="1"/>
          <p:nvPr/>
        </p:nvSpPr>
        <p:spPr>
          <a:xfrm>
            <a:off x="1628662" y="423485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1</a:t>
            </a:r>
            <a:endParaRPr b="1" sz="5455">
              <a:solidFill>
                <a:schemeClr val="lt1"/>
              </a:solidFill>
            </a:endParaRPr>
          </a:p>
        </p:txBody>
      </p:sp>
      <p:sp>
        <p:nvSpPr>
          <p:cNvPr id="333" name="Google Shape;333;p24"/>
          <p:cNvSpPr txBox="1"/>
          <p:nvPr/>
        </p:nvSpPr>
        <p:spPr>
          <a:xfrm>
            <a:off x="1667390" y="502624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2</a:t>
            </a:r>
            <a:endParaRPr b="1" sz="5455">
              <a:solidFill>
                <a:schemeClr val="lt1"/>
              </a:solidFill>
            </a:endParaRPr>
          </a:p>
        </p:txBody>
      </p:sp>
      <p:cxnSp>
        <p:nvCxnSpPr>
          <p:cNvPr id="334" name="Google Shape;334;p24"/>
          <p:cNvCxnSpPr/>
          <p:nvPr/>
        </p:nvCxnSpPr>
        <p:spPr>
          <a:xfrm>
            <a:off x="1512480" y="5113465"/>
            <a:ext cx="968100" cy="0"/>
          </a:xfrm>
          <a:prstGeom prst="straightConnector1">
            <a:avLst/>
          </a:prstGeom>
          <a:noFill/>
          <a:ln cap="flat" cmpd="sng" w="28575">
            <a:solidFill>
              <a:schemeClr val="lt1"/>
            </a:solidFill>
            <a:prstDash val="solid"/>
            <a:round/>
            <a:headEnd len="med" w="med" type="none"/>
            <a:tailEnd len="med" w="med" type="none"/>
          </a:ln>
        </p:spPr>
      </p:cxnSp>
      <p:sp>
        <p:nvSpPr>
          <p:cNvPr id="335" name="Google Shape;335;p24"/>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336" name="Google Shape;336;p24"/>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337" name="Google Shape;337;p24"/>
          <p:cNvSpPr/>
          <p:nvPr/>
        </p:nvSpPr>
        <p:spPr>
          <a:xfrm>
            <a:off x="13713428" y="6068603"/>
            <a:ext cx="1800900" cy="832800"/>
          </a:xfrm>
          <a:prstGeom prst="rect">
            <a:avLst/>
          </a:prstGeom>
          <a:solidFill>
            <a:srgbClr val="66666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rgbClr val="999999"/>
                </a:solidFill>
              </a:rPr>
              <a:t>One </a:t>
            </a:r>
            <a:r>
              <a:rPr lang="en" sz="2000">
                <a:solidFill>
                  <a:srgbClr val="999999"/>
                </a:solidFill>
              </a:rPr>
              <a:t>Whole</a:t>
            </a:r>
            <a:r>
              <a:rPr lang="en" sz="2000">
                <a:solidFill>
                  <a:srgbClr val="999999"/>
                </a:solidFill>
              </a:rPr>
              <a:t> </a:t>
            </a:r>
            <a:endParaRPr sz="2000">
              <a:solidFill>
                <a:srgbClr val="999999"/>
              </a:solidFill>
            </a:endParaRPr>
          </a:p>
          <a:p>
            <a:pPr indent="0" lvl="0" marL="0" marR="0" rtl="0" algn="ctr">
              <a:lnSpc>
                <a:spcPct val="100000"/>
              </a:lnSpc>
              <a:spcBef>
                <a:spcPts val="0"/>
              </a:spcBef>
              <a:spcAft>
                <a:spcPts val="0"/>
              </a:spcAft>
              <a:buNone/>
            </a:pPr>
            <a:r>
              <a:rPr lang="en" sz="2000">
                <a:solidFill>
                  <a:srgbClr val="999999"/>
                </a:solidFill>
              </a:rPr>
              <a:t>clay block</a:t>
            </a:r>
            <a:endParaRPr sz="2000">
              <a:solidFill>
                <a:srgbClr val="999999"/>
              </a:solidFill>
            </a:endParaRPr>
          </a:p>
        </p:txBody>
      </p:sp>
      <p:cxnSp>
        <p:nvCxnSpPr>
          <p:cNvPr id="338" name="Google Shape;338;p24"/>
          <p:cNvCxnSpPr/>
          <p:nvPr/>
        </p:nvCxnSpPr>
        <p:spPr>
          <a:xfrm flipH="1" rot="10800000">
            <a:off x="14352416" y="5100288"/>
            <a:ext cx="580800" cy="19500"/>
          </a:xfrm>
          <a:prstGeom prst="straightConnector1">
            <a:avLst/>
          </a:prstGeom>
          <a:noFill/>
          <a:ln cap="flat" cmpd="sng" w="38100">
            <a:solidFill>
              <a:srgbClr val="134F5C"/>
            </a:solidFill>
            <a:prstDash val="solid"/>
            <a:round/>
            <a:headEnd len="med" w="med" type="none"/>
            <a:tailEnd len="med" w="med" type="none"/>
          </a:ln>
        </p:spPr>
      </p:cxnSp>
      <p:cxnSp>
        <p:nvCxnSpPr>
          <p:cNvPr id="339" name="Google Shape;339;p24"/>
          <p:cNvCxnSpPr/>
          <p:nvPr/>
        </p:nvCxnSpPr>
        <p:spPr>
          <a:xfrm flipH="1" rot="10800000">
            <a:off x="14330542" y="3955316"/>
            <a:ext cx="580800" cy="19500"/>
          </a:xfrm>
          <a:prstGeom prst="straightConnector1">
            <a:avLst/>
          </a:prstGeom>
          <a:noFill/>
          <a:ln cap="flat" cmpd="sng" w="38100">
            <a:solidFill>
              <a:srgbClr val="134F5C"/>
            </a:solidFill>
            <a:prstDash val="solid"/>
            <a:round/>
            <a:headEnd len="med" w="med" type="none"/>
            <a:tailEnd len="med" w="med" type="none"/>
          </a:ln>
        </p:spPr>
      </p:cxnSp>
      <p:sp>
        <p:nvSpPr>
          <p:cNvPr id="340" name="Google Shape;340;p24"/>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134F5C"/>
                </a:solidFill>
              </a:rPr>
              <a:t>2</a:t>
            </a:r>
            <a:endParaRPr b="1" sz="3650">
              <a:solidFill>
                <a:srgbClr val="134F5C"/>
              </a:solidFill>
            </a:endParaRPr>
          </a:p>
        </p:txBody>
      </p:sp>
      <p:sp>
        <p:nvSpPr>
          <p:cNvPr id="341" name="Google Shape;341;p24"/>
          <p:cNvSpPr txBox="1"/>
          <p:nvPr/>
        </p:nvSpPr>
        <p:spPr>
          <a:xfrm>
            <a:off x="13807728" y="3451854"/>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5">
                <a:solidFill>
                  <a:srgbClr val="134F5C"/>
                </a:solidFill>
              </a:rPr>
              <a:t>4</a:t>
            </a:r>
            <a:endParaRPr b="1" sz="6555">
              <a:solidFill>
                <a:srgbClr val="134F5C"/>
              </a:solidFill>
            </a:endParaRPr>
          </a:p>
        </p:txBody>
      </p:sp>
      <p:cxnSp>
        <p:nvCxnSpPr>
          <p:cNvPr id="342" name="Google Shape;342;p24"/>
          <p:cNvCxnSpPr/>
          <p:nvPr/>
        </p:nvCxnSpPr>
        <p:spPr>
          <a:xfrm flipH="1" rot="10800000">
            <a:off x="14328032" y="2907162"/>
            <a:ext cx="580800" cy="19500"/>
          </a:xfrm>
          <a:prstGeom prst="straightConnector1">
            <a:avLst/>
          </a:prstGeom>
          <a:noFill/>
          <a:ln cap="flat" cmpd="sng" w="38100">
            <a:solidFill>
              <a:srgbClr val="134F5C"/>
            </a:solidFill>
            <a:prstDash val="solid"/>
            <a:round/>
            <a:headEnd len="med" w="med" type="none"/>
            <a:tailEnd len="med" w="med" type="none"/>
          </a:ln>
        </p:spPr>
      </p:cxnSp>
      <p:sp>
        <p:nvSpPr>
          <p:cNvPr id="343" name="Google Shape;343;p24"/>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pic>
        <p:nvPicPr>
          <p:cNvPr id="344" name="Google Shape;344;p24"/>
          <p:cNvPicPr preferRelativeResize="0"/>
          <p:nvPr/>
        </p:nvPicPr>
        <p:blipFill rotWithShape="1">
          <a:blip r:embed="rId3">
            <a:alphaModFix/>
          </a:blip>
          <a:srcRect b="31485" l="30030" r="49654" t="27444"/>
          <a:stretch/>
        </p:blipFill>
        <p:spPr>
          <a:xfrm>
            <a:off x="5696798" y="2509875"/>
            <a:ext cx="968099" cy="1304676"/>
          </a:xfrm>
          <a:prstGeom prst="rect">
            <a:avLst/>
          </a:prstGeom>
          <a:noFill/>
          <a:ln>
            <a:noFill/>
          </a:ln>
        </p:spPr>
      </p:pic>
      <p:pic>
        <p:nvPicPr>
          <p:cNvPr id="345" name="Google Shape;345;p24"/>
          <p:cNvPicPr preferRelativeResize="0"/>
          <p:nvPr/>
        </p:nvPicPr>
        <p:blipFill rotWithShape="1">
          <a:blip r:embed="rId3">
            <a:alphaModFix/>
          </a:blip>
          <a:srcRect b="31485" l="71204" r="6913" t="27444"/>
          <a:stretch/>
        </p:blipFill>
        <p:spPr>
          <a:xfrm>
            <a:off x="7658918" y="2509875"/>
            <a:ext cx="1042725" cy="1304676"/>
          </a:xfrm>
          <a:prstGeom prst="rect">
            <a:avLst/>
          </a:prstGeom>
          <a:noFill/>
          <a:ln>
            <a:noFill/>
          </a:ln>
        </p:spPr>
      </p:pic>
      <p:pic>
        <p:nvPicPr>
          <p:cNvPr id="346" name="Google Shape;346;p24"/>
          <p:cNvPicPr preferRelativeResize="0"/>
          <p:nvPr/>
        </p:nvPicPr>
        <p:blipFill rotWithShape="1">
          <a:blip r:embed="rId3">
            <a:alphaModFix/>
          </a:blip>
          <a:srcRect b="31485" l="50342" r="30964" t="27444"/>
          <a:stretch/>
        </p:blipFill>
        <p:spPr>
          <a:xfrm>
            <a:off x="6703635" y="2509875"/>
            <a:ext cx="890776" cy="1304676"/>
          </a:xfrm>
          <a:prstGeom prst="rect">
            <a:avLst/>
          </a:prstGeom>
          <a:noFill/>
          <a:ln>
            <a:noFill/>
          </a:ln>
        </p:spPr>
      </p:pic>
      <p:sp>
        <p:nvSpPr>
          <p:cNvPr id="347" name="Google Shape;347;p24"/>
          <p:cNvSpPr/>
          <p:nvPr/>
        </p:nvSpPr>
        <p:spPr>
          <a:xfrm>
            <a:off x="5057699" y="2253897"/>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48" name="Google Shape;348;p24"/>
          <p:cNvSpPr/>
          <p:nvPr/>
        </p:nvSpPr>
        <p:spPr>
          <a:xfrm>
            <a:off x="5965286" y="2270750"/>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49" name="Google Shape;349;p24"/>
          <p:cNvSpPr/>
          <p:nvPr/>
        </p:nvSpPr>
        <p:spPr>
          <a:xfrm>
            <a:off x="6952838" y="2290114"/>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350" name="Google Shape;350;p24"/>
          <p:cNvSpPr/>
          <p:nvPr/>
        </p:nvSpPr>
        <p:spPr>
          <a:xfrm>
            <a:off x="7860425" y="2306968"/>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351" name="Google Shape;351;p24"/>
          <p:cNvSpPr/>
          <p:nvPr/>
        </p:nvSpPr>
        <p:spPr>
          <a:xfrm>
            <a:off x="5817012" y="4207940"/>
            <a:ext cx="1370700" cy="1820100"/>
          </a:xfrm>
          <a:prstGeom prst="roundRect">
            <a:avLst>
              <a:gd fmla="val 16667" name="adj"/>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24"/>
          <p:cNvSpPr txBox="1"/>
          <p:nvPr/>
        </p:nvSpPr>
        <p:spPr>
          <a:xfrm>
            <a:off x="6221889" y="4233108"/>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2</a:t>
            </a:r>
            <a:endParaRPr b="1" sz="5455">
              <a:solidFill>
                <a:schemeClr val="lt1"/>
              </a:solidFill>
            </a:endParaRPr>
          </a:p>
        </p:txBody>
      </p:sp>
      <p:sp>
        <p:nvSpPr>
          <p:cNvPr id="353" name="Google Shape;353;p24"/>
          <p:cNvSpPr txBox="1"/>
          <p:nvPr/>
        </p:nvSpPr>
        <p:spPr>
          <a:xfrm>
            <a:off x="6183162" y="5024506"/>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4</a:t>
            </a:r>
            <a:endParaRPr b="1" sz="5455">
              <a:solidFill>
                <a:schemeClr val="lt1"/>
              </a:solidFill>
            </a:endParaRPr>
          </a:p>
        </p:txBody>
      </p:sp>
      <p:cxnSp>
        <p:nvCxnSpPr>
          <p:cNvPr id="354" name="Google Shape;354;p24"/>
          <p:cNvCxnSpPr/>
          <p:nvPr/>
        </p:nvCxnSpPr>
        <p:spPr>
          <a:xfrm>
            <a:off x="6028251" y="5111722"/>
            <a:ext cx="968100" cy="0"/>
          </a:xfrm>
          <a:prstGeom prst="straightConnector1">
            <a:avLst/>
          </a:prstGeom>
          <a:noFill/>
          <a:ln cap="flat" cmpd="sng" w="28575">
            <a:solidFill>
              <a:schemeClr val="lt1"/>
            </a:solidFill>
            <a:prstDash val="solid"/>
            <a:round/>
            <a:headEnd len="med" w="med" type="none"/>
            <a:tailEnd len="med" w="med" type="none"/>
          </a:ln>
        </p:spPr>
      </p:cxnSp>
      <p:sp>
        <p:nvSpPr>
          <p:cNvPr id="355" name="Google Shape;355;p24"/>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Both show the same value using different numbers of parts.</a:t>
            </a:r>
            <a:endParaRPr sz="3455">
              <a:solidFill>
                <a:schemeClr val="lt1"/>
              </a:solidFill>
              <a:latin typeface="Montserrat Medium"/>
              <a:ea typeface="Montserrat Medium"/>
              <a:cs typeface="Montserrat Medium"/>
              <a:sym typeface="Montserrat Medium"/>
            </a:endParaRPr>
          </a:p>
        </p:txBody>
      </p:sp>
      <p:sp>
        <p:nvSpPr>
          <p:cNvPr id="356" name="Google Shape;356;p24"/>
          <p:cNvSpPr/>
          <p:nvPr/>
        </p:nvSpPr>
        <p:spPr>
          <a:xfrm>
            <a:off x="4664475" y="2542575"/>
            <a:ext cx="2039100" cy="1239300"/>
          </a:xfrm>
          <a:prstGeom prst="roundRect">
            <a:avLst>
              <a:gd fmla="val 16667" name="adj"/>
            </a:avLst>
          </a:prstGeom>
          <a:solidFill>
            <a:srgbClr val="999999">
              <a:alpha val="20130"/>
            </a:srgbClr>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24"/>
          <p:cNvSpPr txBox="1"/>
          <p:nvPr/>
        </p:nvSpPr>
        <p:spPr>
          <a:xfrm>
            <a:off x="1494875" y="859750"/>
            <a:ext cx="10882500" cy="12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Pulsate both the highlighted parts and then equal sign. </a:t>
            </a:r>
            <a:endParaRPr sz="2855">
              <a:solidFill>
                <a:srgbClr val="FF00FF"/>
              </a:solidFill>
            </a:endParaRPr>
          </a:p>
        </p:txBody>
      </p:sp>
      <p:pic>
        <p:nvPicPr>
          <p:cNvPr id="358" name="Google Shape;358;p24"/>
          <p:cNvPicPr preferRelativeResize="0"/>
          <p:nvPr/>
        </p:nvPicPr>
        <p:blipFill rotWithShape="1">
          <a:blip r:embed="rId4">
            <a:alphaModFix amt="34000"/>
          </a:blip>
          <a:srcRect b="44922" l="3165" r="4285" t="42146"/>
          <a:stretch/>
        </p:blipFill>
        <p:spPr>
          <a:xfrm>
            <a:off x="14482825" y="3820771"/>
            <a:ext cx="1284457" cy="26923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362" name="Shape 362"/>
        <p:cNvGrpSpPr/>
        <p:nvPr/>
      </p:nvGrpSpPr>
      <p:grpSpPr>
        <a:xfrm>
          <a:off x="0" y="0"/>
          <a:ext cx="0" cy="0"/>
          <a:chOff x="0" y="0"/>
          <a:chExt cx="0" cy="0"/>
        </a:xfrm>
      </p:grpSpPr>
      <p:sp>
        <p:nvSpPr>
          <p:cNvPr id="363" name="Google Shape;363;p25"/>
          <p:cNvSpPr/>
          <p:nvPr/>
        </p:nvSpPr>
        <p:spPr>
          <a:xfrm>
            <a:off x="261025" y="2573525"/>
            <a:ext cx="1950300" cy="1239300"/>
          </a:xfrm>
          <a:prstGeom prst="roundRect">
            <a:avLst>
              <a:gd fmla="val 16667" name="adj"/>
            </a:avLst>
          </a:prstGeom>
          <a:solidFill>
            <a:srgbClr val="999999">
              <a:alpha val="20130"/>
            </a:srgbClr>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4" name="Google Shape;364;p25"/>
          <p:cNvPicPr preferRelativeResize="0"/>
          <p:nvPr/>
        </p:nvPicPr>
        <p:blipFill rotWithShape="1">
          <a:blip r:embed="rId3">
            <a:alphaModFix/>
          </a:blip>
          <a:srcRect b="31485" l="7331" r="51740" t="27444"/>
          <a:stretch/>
        </p:blipFill>
        <p:spPr>
          <a:xfrm>
            <a:off x="202949" y="2509875"/>
            <a:ext cx="1950301" cy="1304676"/>
          </a:xfrm>
          <a:prstGeom prst="rect">
            <a:avLst/>
          </a:prstGeom>
          <a:noFill/>
          <a:ln>
            <a:noFill/>
          </a:ln>
        </p:spPr>
      </p:pic>
      <p:pic>
        <p:nvPicPr>
          <p:cNvPr id="365" name="Google Shape;365;p25"/>
          <p:cNvPicPr preferRelativeResize="0"/>
          <p:nvPr/>
        </p:nvPicPr>
        <p:blipFill rotWithShape="1">
          <a:blip r:embed="rId3">
            <a:alphaModFix/>
          </a:blip>
          <a:srcRect b="31485" l="7333" r="70784" t="27444"/>
          <a:stretch/>
        </p:blipFill>
        <p:spPr>
          <a:xfrm>
            <a:off x="4615374" y="2509875"/>
            <a:ext cx="1042725" cy="1304676"/>
          </a:xfrm>
          <a:prstGeom prst="rect">
            <a:avLst/>
          </a:prstGeom>
          <a:noFill/>
          <a:ln>
            <a:noFill/>
          </a:ln>
        </p:spPr>
      </p:pic>
      <p:pic>
        <p:nvPicPr>
          <p:cNvPr id="366" name="Google Shape;366;p25"/>
          <p:cNvPicPr preferRelativeResize="0"/>
          <p:nvPr/>
        </p:nvPicPr>
        <p:blipFill rotWithShape="1">
          <a:blip r:embed="rId3">
            <a:alphaModFix amt="23000"/>
          </a:blip>
          <a:srcRect b="31485" l="7332" r="6912" t="27444"/>
          <a:stretch/>
        </p:blipFill>
        <p:spPr>
          <a:xfrm>
            <a:off x="8992105" y="2509871"/>
            <a:ext cx="4086267" cy="1304681"/>
          </a:xfrm>
          <a:prstGeom prst="rect">
            <a:avLst/>
          </a:prstGeom>
          <a:noFill/>
          <a:ln>
            <a:noFill/>
          </a:ln>
        </p:spPr>
      </p:pic>
      <p:sp>
        <p:nvSpPr>
          <p:cNvPr id="367" name="Google Shape;367;p25"/>
          <p:cNvSpPr txBox="1"/>
          <p:nvPr/>
        </p:nvSpPr>
        <p:spPr>
          <a:xfrm>
            <a:off x="3934709"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chemeClr val="lt1"/>
                </a:solidFill>
              </a:rPr>
              <a:t>=</a:t>
            </a:r>
            <a:endParaRPr b="1" sz="5755">
              <a:solidFill>
                <a:schemeClr val="lt1"/>
              </a:solidFill>
            </a:endParaRPr>
          </a:p>
        </p:txBody>
      </p:sp>
      <p:sp>
        <p:nvSpPr>
          <p:cNvPr id="368" name="Google Shape;368;p25"/>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369" name="Google Shape;369;p25"/>
          <p:cNvSpPr txBox="1"/>
          <p:nvPr/>
        </p:nvSpPr>
        <p:spPr>
          <a:xfrm>
            <a:off x="10375329" y="2866055"/>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55">
                <a:solidFill>
                  <a:srgbClr val="666666"/>
                </a:solidFill>
              </a:rPr>
              <a:t>3</a:t>
            </a:r>
            <a:endParaRPr b="1" sz="4655">
              <a:solidFill>
                <a:srgbClr val="666666"/>
              </a:solidFill>
            </a:endParaRPr>
          </a:p>
        </p:txBody>
      </p:sp>
      <p:pic>
        <p:nvPicPr>
          <p:cNvPr id="370" name="Google Shape;370;p25"/>
          <p:cNvPicPr preferRelativeResize="0"/>
          <p:nvPr/>
        </p:nvPicPr>
        <p:blipFill rotWithShape="1">
          <a:blip r:embed="rId3">
            <a:alphaModFix/>
          </a:blip>
          <a:srcRect b="31485" l="50291" r="6915" t="27444"/>
          <a:stretch/>
        </p:blipFill>
        <p:spPr>
          <a:xfrm>
            <a:off x="2250070" y="2509875"/>
            <a:ext cx="2039151" cy="1304676"/>
          </a:xfrm>
          <a:prstGeom prst="rect">
            <a:avLst/>
          </a:prstGeom>
          <a:noFill/>
          <a:ln>
            <a:noFill/>
          </a:ln>
        </p:spPr>
      </p:pic>
      <p:sp>
        <p:nvSpPr>
          <p:cNvPr id="371" name="Google Shape;371;p25"/>
          <p:cNvSpPr/>
          <p:nvPr/>
        </p:nvSpPr>
        <p:spPr>
          <a:xfrm>
            <a:off x="1202667" y="2264834"/>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72" name="Google Shape;372;p25"/>
          <p:cNvSpPr/>
          <p:nvPr/>
        </p:nvSpPr>
        <p:spPr>
          <a:xfrm>
            <a:off x="1301241" y="4209683"/>
            <a:ext cx="1370700" cy="1820100"/>
          </a:xfrm>
          <a:prstGeom prst="roundRect">
            <a:avLst>
              <a:gd fmla="val 16667" name="adj"/>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25"/>
          <p:cNvSpPr txBox="1"/>
          <p:nvPr/>
        </p:nvSpPr>
        <p:spPr>
          <a:xfrm>
            <a:off x="1628662" y="423485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1</a:t>
            </a:r>
            <a:endParaRPr b="1" sz="5455">
              <a:solidFill>
                <a:schemeClr val="lt1"/>
              </a:solidFill>
            </a:endParaRPr>
          </a:p>
        </p:txBody>
      </p:sp>
      <p:sp>
        <p:nvSpPr>
          <p:cNvPr id="374" name="Google Shape;374;p25"/>
          <p:cNvSpPr txBox="1"/>
          <p:nvPr/>
        </p:nvSpPr>
        <p:spPr>
          <a:xfrm>
            <a:off x="1667390" y="502624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2</a:t>
            </a:r>
            <a:endParaRPr b="1" sz="5455">
              <a:solidFill>
                <a:schemeClr val="lt1"/>
              </a:solidFill>
            </a:endParaRPr>
          </a:p>
        </p:txBody>
      </p:sp>
      <p:cxnSp>
        <p:nvCxnSpPr>
          <p:cNvPr id="375" name="Google Shape;375;p25"/>
          <p:cNvCxnSpPr/>
          <p:nvPr/>
        </p:nvCxnSpPr>
        <p:spPr>
          <a:xfrm>
            <a:off x="1512480" y="5113465"/>
            <a:ext cx="968100" cy="0"/>
          </a:xfrm>
          <a:prstGeom prst="straightConnector1">
            <a:avLst/>
          </a:prstGeom>
          <a:noFill/>
          <a:ln cap="flat" cmpd="sng" w="28575">
            <a:solidFill>
              <a:schemeClr val="lt1"/>
            </a:solidFill>
            <a:prstDash val="solid"/>
            <a:round/>
            <a:headEnd len="med" w="med" type="none"/>
            <a:tailEnd len="med" w="med" type="none"/>
          </a:ln>
        </p:spPr>
      </p:cxnSp>
      <p:pic>
        <p:nvPicPr>
          <p:cNvPr id="376" name="Google Shape;376;p25"/>
          <p:cNvPicPr preferRelativeResize="0"/>
          <p:nvPr/>
        </p:nvPicPr>
        <p:blipFill rotWithShape="1">
          <a:blip r:embed="rId3">
            <a:alphaModFix/>
          </a:blip>
          <a:srcRect b="31485" l="30030" r="49654" t="27444"/>
          <a:stretch/>
        </p:blipFill>
        <p:spPr>
          <a:xfrm>
            <a:off x="5696798" y="2509875"/>
            <a:ext cx="968099" cy="1304676"/>
          </a:xfrm>
          <a:prstGeom prst="rect">
            <a:avLst/>
          </a:prstGeom>
          <a:noFill/>
          <a:ln>
            <a:noFill/>
          </a:ln>
        </p:spPr>
      </p:pic>
      <p:pic>
        <p:nvPicPr>
          <p:cNvPr id="377" name="Google Shape;377;p25"/>
          <p:cNvPicPr preferRelativeResize="0"/>
          <p:nvPr/>
        </p:nvPicPr>
        <p:blipFill rotWithShape="1">
          <a:blip r:embed="rId3">
            <a:alphaModFix/>
          </a:blip>
          <a:srcRect b="31485" l="71204" r="6913" t="27444"/>
          <a:stretch/>
        </p:blipFill>
        <p:spPr>
          <a:xfrm>
            <a:off x="7658918" y="2509875"/>
            <a:ext cx="1042725" cy="1304676"/>
          </a:xfrm>
          <a:prstGeom prst="rect">
            <a:avLst/>
          </a:prstGeom>
          <a:noFill/>
          <a:ln>
            <a:noFill/>
          </a:ln>
        </p:spPr>
      </p:pic>
      <p:pic>
        <p:nvPicPr>
          <p:cNvPr id="378" name="Google Shape;378;p25"/>
          <p:cNvPicPr preferRelativeResize="0"/>
          <p:nvPr/>
        </p:nvPicPr>
        <p:blipFill rotWithShape="1">
          <a:blip r:embed="rId3">
            <a:alphaModFix/>
          </a:blip>
          <a:srcRect b="31485" l="50342" r="30964" t="27444"/>
          <a:stretch/>
        </p:blipFill>
        <p:spPr>
          <a:xfrm>
            <a:off x="6703635" y="2509875"/>
            <a:ext cx="890776" cy="1304676"/>
          </a:xfrm>
          <a:prstGeom prst="rect">
            <a:avLst/>
          </a:prstGeom>
          <a:noFill/>
          <a:ln>
            <a:noFill/>
          </a:ln>
        </p:spPr>
      </p:pic>
      <p:sp>
        <p:nvSpPr>
          <p:cNvPr id="379" name="Google Shape;379;p25"/>
          <p:cNvSpPr/>
          <p:nvPr/>
        </p:nvSpPr>
        <p:spPr>
          <a:xfrm>
            <a:off x="5057699" y="2253897"/>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80" name="Google Shape;380;p25"/>
          <p:cNvSpPr/>
          <p:nvPr/>
        </p:nvSpPr>
        <p:spPr>
          <a:xfrm>
            <a:off x="5965286" y="2270750"/>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81" name="Google Shape;381;p25"/>
          <p:cNvSpPr/>
          <p:nvPr/>
        </p:nvSpPr>
        <p:spPr>
          <a:xfrm>
            <a:off x="6952838" y="2290114"/>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382" name="Google Shape;382;p25"/>
          <p:cNvSpPr/>
          <p:nvPr/>
        </p:nvSpPr>
        <p:spPr>
          <a:xfrm>
            <a:off x="7860425" y="2306968"/>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383" name="Google Shape;383;p25"/>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Same value, different fractions — these are called equivalent fractions.</a:t>
            </a:r>
            <a:endParaRPr sz="3455">
              <a:solidFill>
                <a:schemeClr val="lt1"/>
              </a:solidFill>
              <a:latin typeface="Montserrat Medium"/>
              <a:ea typeface="Montserrat Medium"/>
              <a:cs typeface="Montserrat Medium"/>
              <a:sym typeface="Montserrat Medium"/>
            </a:endParaRPr>
          </a:p>
        </p:txBody>
      </p:sp>
      <p:sp>
        <p:nvSpPr>
          <p:cNvPr id="384" name="Google Shape;384;p25"/>
          <p:cNvSpPr/>
          <p:nvPr/>
        </p:nvSpPr>
        <p:spPr>
          <a:xfrm>
            <a:off x="4664475" y="2542575"/>
            <a:ext cx="2039100" cy="1239300"/>
          </a:xfrm>
          <a:prstGeom prst="roundRect">
            <a:avLst>
              <a:gd fmla="val 16667" name="adj"/>
            </a:avLst>
          </a:prstGeom>
          <a:solidFill>
            <a:srgbClr val="999999">
              <a:alpha val="20130"/>
            </a:srgbClr>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25"/>
          <p:cNvSpPr txBox="1"/>
          <p:nvPr/>
        </p:nvSpPr>
        <p:spPr>
          <a:xfrm>
            <a:off x="5057700" y="6221725"/>
            <a:ext cx="5131500" cy="200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55">
                <a:solidFill>
                  <a:srgbClr val="FF00FF"/>
                </a:solidFill>
              </a:rPr>
              <a:t>After 2 seconds, dehighlight the first and second block and change the upper statement  to “ Let's divide the third block into six equal parts, just like the next slide.</a:t>
            </a:r>
            <a:endParaRPr sz="2155">
              <a:solidFill>
                <a:srgbClr val="FF00FF"/>
              </a:solidFill>
            </a:endParaRPr>
          </a:p>
        </p:txBody>
      </p:sp>
      <p:sp>
        <p:nvSpPr>
          <p:cNvPr id="386" name="Google Shape;386;p25"/>
          <p:cNvSpPr/>
          <p:nvPr/>
        </p:nvSpPr>
        <p:spPr>
          <a:xfrm>
            <a:off x="2884804" y="2242960"/>
            <a:ext cx="352200" cy="28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87" name="Google Shape;387;p25"/>
          <p:cNvSpPr/>
          <p:nvPr/>
        </p:nvSpPr>
        <p:spPr>
          <a:xfrm>
            <a:off x="3876616" y="4655061"/>
            <a:ext cx="1042800" cy="963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5755">
                <a:solidFill>
                  <a:schemeClr val="lt1"/>
                </a:solidFill>
              </a:rPr>
              <a:t>=</a:t>
            </a:r>
            <a:endParaRPr>
              <a:solidFill>
                <a:srgbClr val="E69138"/>
              </a:solidFill>
            </a:endParaRPr>
          </a:p>
        </p:txBody>
      </p:sp>
      <p:sp>
        <p:nvSpPr>
          <p:cNvPr id="388" name="Google Shape;388;p25"/>
          <p:cNvSpPr/>
          <p:nvPr/>
        </p:nvSpPr>
        <p:spPr>
          <a:xfrm>
            <a:off x="5817012" y="4207940"/>
            <a:ext cx="1370700" cy="1820100"/>
          </a:xfrm>
          <a:prstGeom prst="roundRect">
            <a:avLst>
              <a:gd fmla="val 16667" name="adj"/>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25"/>
          <p:cNvSpPr txBox="1"/>
          <p:nvPr/>
        </p:nvSpPr>
        <p:spPr>
          <a:xfrm>
            <a:off x="6221889" y="4233108"/>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2</a:t>
            </a:r>
            <a:endParaRPr b="1" sz="5455">
              <a:solidFill>
                <a:schemeClr val="lt1"/>
              </a:solidFill>
            </a:endParaRPr>
          </a:p>
        </p:txBody>
      </p:sp>
      <p:sp>
        <p:nvSpPr>
          <p:cNvPr id="390" name="Google Shape;390;p25"/>
          <p:cNvSpPr txBox="1"/>
          <p:nvPr/>
        </p:nvSpPr>
        <p:spPr>
          <a:xfrm>
            <a:off x="6183162" y="5024506"/>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4</a:t>
            </a:r>
            <a:endParaRPr b="1" sz="5455">
              <a:solidFill>
                <a:schemeClr val="lt1"/>
              </a:solidFill>
            </a:endParaRPr>
          </a:p>
        </p:txBody>
      </p:sp>
      <p:cxnSp>
        <p:nvCxnSpPr>
          <p:cNvPr id="391" name="Google Shape;391;p25"/>
          <p:cNvCxnSpPr/>
          <p:nvPr/>
        </p:nvCxnSpPr>
        <p:spPr>
          <a:xfrm>
            <a:off x="6028251" y="5111722"/>
            <a:ext cx="968100" cy="0"/>
          </a:xfrm>
          <a:prstGeom prst="straightConnector1">
            <a:avLst/>
          </a:prstGeom>
          <a:noFill/>
          <a:ln cap="flat" cmpd="sng" w="28575">
            <a:solidFill>
              <a:schemeClr val="lt1"/>
            </a:solidFill>
            <a:prstDash val="solid"/>
            <a:round/>
            <a:headEnd len="med" w="med" type="none"/>
            <a:tailEnd len="med" w="med" type="none"/>
          </a:ln>
        </p:spPr>
      </p:cxnSp>
      <p:sp>
        <p:nvSpPr>
          <p:cNvPr id="392" name="Google Shape;392;p25"/>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393" name="Google Shape;393;p25"/>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394" name="Google Shape;394;p25"/>
          <p:cNvSpPr/>
          <p:nvPr/>
        </p:nvSpPr>
        <p:spPr>
          <a:xfrm>
            <a:off x="13713428" y="6068603"/>
            <a:ext cx="1800900" cy="832800"/>
          </a:xfrm>
          <a:prstGeom prst="rect">
            <a:avLst/>
          </a:prstGeom>
          <a:solidFill>
            <a:srgbClr val="66666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rgbClr val="999999"/>
                </a:solidFill>
              </a:rPr>
              <a:t>One Whole </a:t>
            </a:r>
            <a:endParaRPr sz="2000">
              <a:solidFill>
                <a:srgbClr val="999999"/>
              </a:solidFill>
            </a:endParaRPr>
          </a:p>
          <a:p>
            <a:pPr indent="0" lvl="0" marL="0" marR="0" rtl="0" algn="ctr">
              <a:lnSpc>
                <a:spcPct val="100000"/>
              </a:lnSpc>
              <a:spcBef>
                <a:spcPts val="0"/>
              </a:spcBef>
              <a:spcAft>
                <a:spcPts val="0"/>
              </a:spcAft>
              <a:buNone/>
            </a:pPr>
            <a:r>
              <a:rPr lang="en" sz="2000">
                <a:solidFill>
                  <a:srgbClr val="999999"/>
                </a:solidFill>
              </a:rPr>
              <a:t>clay block</a:t>
            </a:r>
            <a:endParaRPr sz="2000">
              <a:solidFill>
                <a:srgbClr val="999999"/>
              </a:solidFill>
            </a:endParaRPr>
          </a:p>
        </p:txBody>
      </p:sp>
      <p:cxnSp>
        <p:nvCxnSpPr>
          <p:cNvPr id="395" name="Google Shape;395;p25"/>
          <p:cNvCxnSpPr/>
          <p:nvPr/>
        </p:nvCxnSpPr>
        <p:spPr>
          <a:xfrm flipH="1" rot="10800000">
            <a:off x="14352416" y="5100288"/>
            <a:ext cx="580800" cy="19500"/>
          </a:xfrm>
          <a:prstGeom prst="straightConnector1">
            <a:avLst/>
          </a:prstGeom>
          <a:noFill/>
          <a:ln cap="flat" cmpd="sng" w="38100">
            <a:solidFill>
              <a:srgbClr val="134F5C"/>
            </a:solidFill>
            <a:prstDash val="solid"/>
            <a:round/>
            <a:headEnd len="med" w="med" type="none"/>
            <a:tailEnd len="med" w="med" type="none"/>
          </a:ln>
        </p:spPr>
      </p:cxnSp>
      <p:cxnSp>
        <p:nvCxnSpPr>
          <p:cNvPr id="396" name="Google Shape;396;p25"/>
          <p:cNvCxnSpPr/>
          <p:nvPr/>
        </p:nvCxnSpPr>
        <p:spPr>
          <a:xfrm flipH="1" rot="10800000">
            <a:off x="14330542" y="3955316"/>
            <a:ext cx="580800" cy="19500"/>
          </a:xfrm>
          <a:prstGeom prst="straightConnector1">
            <a:avLst/>
          </a:prstGeom>
          <a:noFill/>
          <a:ln cap="flat" cmpd="sng" w="38100">
            <a:solidFill>
              <a:srgbClr val="134F5C"/>
            </a:solidFill>
            <a:prstDash val="solid"/>
            <a:round/>
            <a:headEnd len="med" w="med" type="none"/>
            <a:tailEnd len="med" w="med" type="none"/>
          </a:ln>
        </p:spPr>
      </p:cxnSp>
      <p:sp>
        <p:nvSpPr>
          <p:cNvPr id="397" name="Google Shape;397;p25"/>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134F5C"/>
                </a:solidFill>
              </a:rPr>
              <a:t>2</a:t>
            </a:r>
            <a:endParaRPr b="1" sz="3650">
              <a:solidFill>
                <a:srgbClr val="134F5C"/>
              </a:solidFill>
            </a:endParaRPr>
          </a:p>
        </p:txBody>
      </p:sp>
      <p:sp>
        <p:nvSpPr>
          <p:cNvPr id="398" name="Google Shape;398;p25"/>
          <p:cNvSpPr txBox="1"/>
          <p:nvPr/>
        </p:nvSpPr>
        <p:spPr>
          <a:xfrm>
            <a:off x="13807728" y="3451854"/>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555">
                <a:solidFill>
                  <a:srgbClr val="134F5C"/>
                </a:solidFill>
              </a:rPr>
              <a:t>4</a:t>
            </a:r>
            <a:endParaRPr b="1" sz="6555">
              <a:solidFill>
                <a:srgbClr val="134F5C"/>
              </a:solidFill>
            </a:endParaRPr>
          </a:p>
        </p:txBody>
      </p:sp>
      <p:cxnSp>
        <p:nvCxnSpPr>
          <p:cNvPr id="399" name="Google Shape;399;p25"/>
          <p:cNvCxnSpPr/>
          <p:nvPr/>
        </p:nvCxnSpPr>
        <p:spPr>
          <a:xfrm flipH="1" rot="10800000">
            <a:off x="14328032" y="2907162"/>
            <a:ext cx="580800" cy="19500"/>
          </a:xfrm>
          <a:prstGeom prst="straightConnector1">
            <a:avLst/>
          </a:prstGeom>
          <a:noFill/>
          <a:ln cap="flat" cmpd="sng" w="38100">
            <a:solidFill>
              <a:srgbClr val="134F5C"/>
            </a:solidFill>
            <a:prstDash val="solid"/>
            <a:round/>
            <a:headEnd len="med" w="med" type="none"/>
            <a:tailEnd len="med" w="med" type="none"/>
          </a:ln>
        </p:spPr>
      </p:cxnSp>
      <p:sp>
        <p:nvSpPr>
          <p:cNvPr id="400" name="Google Shape;400;p25"/>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134F5C"/>
                </a:solidFill>
              </a:rPr>
              <a:t>6</a:t>
            </a:r>
            <a:endParaRPr b="1" sz="3655">
              <a:solidFill>
                <a:srgbClr val="134F5C"/>
              </a:solidFill>
            </a:endParaRPr>
          </a:p>
        </p:txBody>
      </p:sp>
      <p:pic>
        <p:nvPicPr>
          <p:cNvPr id="401" name="Google Shape;401;p25"/>
          <p:cNvPicPr preferRelativeResize="0"/>
          <p:nvPr/>
        </p:nvPicPr>
        <p:blipFill rotWithShape="1">
          <a:blip r:embed="rId4">
            <a:alphaModFix amt="34000"/>
          </a:blip>
          <a:srcRect b="44922" l="3165" r="4285" t="42146"/>
          <a:stretch/>
        </p:blipFill>
        <p:spPr>
          <a:xfrm>
            <a:off x="14482825" y="3820771"/>
            <a:ext cx="1284457" cy="269230"/>
          </a:xfrm>
          <a:prstGeom prst="rect">
            <a:avLst/>
          </a:prstGeom>
          <a:noFill/>
          <a:ln>
            <a:noFill/>
          </a:ln>
        </p:spPr>
      </p:pic>
      <p:sp>
        <p:nvSpPr>
          <p:cNvPr id="402" name="Google Shape;402;p25"/>
          <p:cNvSpPr txBox="1"/>
          <p:nvPr/>
        </p:nvSpPr>
        <p:spPr>
          <a:xfrm>
            <a:off x="1494875" y="859750"/>
            <a:ext cx="7497300" cy="12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55">
                <a:solidFill>
                  <a:srgbClr val="FF00FF"/>
                </a:solidFill>
              </a:rPr>
              <a:t>Pulsate both the highlighted parts and then equal sign. </a:t>
            </a:r>
            <a:endParaRPr sz="2855">
              <a:solidFill>
                <a:srgbClr val="FF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406" name="Shape 406"/>
        <p:cNvGrpSpPr/>
        <p:nvPr/>
      </p:nvGrpSpPr>
      <p:grpSpPr>
        <a:xfrm>
          <a:off x="0" y="0"/>
          <a:ext cx="0" cy="0"/>
          <a:chOff x="0" y="0"/>
          <a:chExt cx="0" cy="0"/>
        </a:xfrm>
      </p:grpSpPr>
      <p:pic>
        <p:nvPicPr>
          <p:cNvPr id="407" name="Google Shape;407;p26"/>
          <p:cNvPicPr preferRelativeResize="0"/>
          <p:nvPr/>
        </p:nvPicPr>
        <p:blipFill rotWithShape="1">
          <a:blip r:embed="rId3">
            <a:alphaModFix amt="26000"/>
          </a:blip>
          <a:srcRect b="31485" l="7331" r="51740" t="27444"/>
          <a:stretch/>
        </p:blipFill>
        <p:spPr>
          <a:xfrm>
            <a:off x="202949" y="2509875"/>
            <a:ext cx="1950301" cy="1304676"/>
          </a:xfrm>
          <a:prstGeom prst="rect">
            <a:avLst/>
          </a:prstGeom>
          <a:noFill/>
          <a:ln>
            <a:noFill/>
          </a:ln>
        </p:spPr>
      </p:pic>
      <p:pic>
        <p:nvPicPr>
          <p:cNvPr id="408" name="Google Shape;408;p26"/>
          <p:cNvPicPr preferRelativeResize="0"/>
          <p:nvPr/>
        </p:nvPicPr>
        <p:blipFill rotWithShape="1">
          <a:blip r:embed="rId3">
            <a:alphaModFix amt="26000"/>
          </a:blip>
          <a:srcRect b="31485" l="7333" r="70784" t="27444"/>
          <a:stretch/>
        </p:blipFill>
        <p:spPr>
          <a:xfrm>
            <a:off x="4615374" y="2509875"/>
            <a:ext cx="1042725" cy="1304676"/>
          </a:xfrm>
          <a:prstGeom prst="rect">
            <a:avLst/>
          </a:prstGeom>
          <a:noFill/>
          <a:ln>
            <a:noFill/>
          </a:ln>
        </p:spPr>
      </p:pic>
      <p:pic>
        <p:nvPicPr>
          <p:cNvPr id="409" name="Google Shape;409;p26"/>
          <p:cNvPicPr preferRelativeResize="0"/>
          <p:nvPr/>
        </p:nvPicPr>
        <p:blipFill rotWithShape="1">
          <a:blip r:embed="rId3">
            <a:alphaModFix/>
          </a:blip>
          <a:srcRect b="31485" l="7332" r="6912" t="27444"/>
          <a:stretch/>
        </p:blipFill>
        <p:spPr>
          <a:xfrm>
            <a:off x="8992105" y="2509871"/>
            <a:ext cx="4086267" cy="1304681"/>
          </a:xfrm>
          <a:prstGeom prst="rect">
            <a:avLst/>
          </a:prstGeom>
          <a:noFill/>
          <a:ln>
            <a:noFill/>
          </a:ln>
        </p:spPr>
      </p:pic>
      <p:sp>
        <p:nvSpPr>
          <p:cNvPr id="410" name="Google Shape;410;p26"/>
          <p:cNvSpPr txBox="1"/>
          <p:nvPr/>
        </p:nvSpPr>
        <p:spPr>
          <a:xfrm>
            <a:off x="3934709"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sp>
        <p:nvSpPr>
          <p:cNvPr id="411" name="Google Shape;411;p26"/>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b="1" sz="5755">
              <a:solidFill>
                <a:srgbClr val="666666"/>
              </a:solidFill>
            </a:endParaRPr>
          </a:p>
        </p:txBody>
      </p:sp>
      <p:pic>
        <p:nvPicPr>
          <p:cNvPr id="412" name="Google Shape;412;p26"/>
          <p:cNvPicPr preferRelativeResize="0"/>
          <p:nvPr/>
        </p:nvPicPr>
        <p:blipFill rotWithShape="1">
          <a:blip r:embed="rId3">
            <a:alphaModFix amt="26000"/>
          </a:blip>
          <a:srcRect b="31485" l="50291" r="6915" t="27444"/>
          <a:stretch/>
        </p:blipFill>
        <p:spPr>
          <a:xfrm>
            <a:off x="2250070" y="2509875"/>
            <a:ext cx="2039151" cy="1304676"/>
          </a:xfrm>
          <a:prstGeom prst="rect">
            <a:avLst/>
          </a:prstGeom>
          <a:noFill/>
          <a:ln>
            <a:noFill/>
          </a:ln>
        </p:spPr>
      </p:pic>
      <p:sp>
        <p:nvSpPr>
          <p:cNvPr id="413" name="Google Shape;413;p26"/>
          <p:cNvSpPr/>
          <p:nvPr/>
        </p:nvSpPr>
        <p:spPr>
          <a:xfrm>
            <a:off x="1202667" y="2264834"/>
            <a:ext cx="352200" cy="2880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14" name="Google Shape;414;p26"/>
          <p:cNvSpPr/>
          <p:nvPr/>
        </p:nvSpPr>
        <p:spPr>
          <a:xfrm>
            <a:off x="2884804" y="2242960"/>
            <a:ext cx="352200" cy="2880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15" name="Google Shape;415;p26"/>
          <p:cNvSpPr/>
          <p:nvPr/>
        </p:nvSpPr>
        <p:spPr>
          <a:xfrm>
            <a:off x="1301241" y="4209683"/>
            <a:ext cx="1370700" cy="1820100"/>
          </a:xfrm>
          <a:prstGeom prst="roundRect">
            <a:avLst>
              <a:gd fmla="val 16667" name="adj"/>
            </a:avLst>
          </a:prstGeom>
          <a:noFill/>
          <a:ln cap="flat" cmpd="sng" w="381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26"/>
          <p:cNvSpPr txBox="1"/>
          <p:nvPr/>
        </p:nvSpPr>
        <p:spPr>
          <a:xfrm>
            <a:off x="1628662" y="423485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1</a:t>
            </a:r>
            <a:endParaRPr b="1" sz="5455">
              <a:solidFill>
                <a:srgbClr val="999999"/>
              </a:solidFill>
            </a:endParaRPr>
          </a:p>
        </p:txBody>
      </p:sp>
      <p:sp>
        <p:nvSpPr>
          <p:cNvPr id="417" name="Google Shape;417;p26"/>
          <p:cNvSpPr txBox="1"/>
          <p:nvPr/>
        </p:nvSpPr>
        <p:spPr>
          <a:xfrm>
            <a:off x="1667390" y="502624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2</a:t>
            </a:r>
            <a:endParaRPr b="1" sz="5455">
              <a:solidFill>
                <a:srgbClr val="999999"/>
              </a:solidFill>
            </a:endParaRPr>
          </a:p>
        </p:txBody>
      </p:sp>
      <p:cxnSp>
        <p:nvCxnSpPr>
          <p:cNvPr id="418" name="Google Shape;418;p26"/>
          <p:cNvCxnSpPr/>
          <p:nvPr/>
        </p:nvCxnSpPr>
        <p:spPr>
          <a:xfrm>
            <a:off x="1512480" y="5113465"/>
            <a:ext cx="968100" cy="0"/>
          </a:xfrm>
          <a:prstGeom prst="straightConnector1">
            <a:avLst/>
          </a:prstGeom>
          <a:noFill/>
          <a:ln cap="flat" cmpd="sng" w="28575">
            <a:solidFill>
              <a:srgbClr val="999999"/>
            </a:solidFill>
            <a:prstDash val="solid"/>
            <a:round/>
            <a:headEnd len="med" w="med" type="none"/>
            <a:tailEnd len="med" w="med" type="none"/>
          </a:ln>
        </p:spPr>
      </p:cxnSp>
      <p:pic>
        <p:nvPicPr>
          <p:cNvPr id="419" name="Google Shape;419;p26"/>
          <p:cNvPicPr preferRelativeResize="0"/>
          <p:nvPr/>
        </p:nvPicPr>
        <p:blipFill rotWithShape="1">
          <a:blip r:embed="rId3">
            <a:alphaModFix amt="26000"/>
          </a:blip>
          <a:srcRect b="31485" l="30030" r="49654" t="27444"/>
          <a:stretch/>
        </p:blipFill>
        <p:spPr>
          <a:xfrm>
            <a:off x="5696798" y="2509875"/>
            <a:ext cx="968099" cy="1304676"/>
          </a:xfrm>
          <a:prstGeom prst="rect">
            <a:avLst/>
          </a:prstGeom>
          <a:noFill/>
          <a:ln>
            <a:noFill/>
          </a:ln>
        </p:spPr>
      </p:pic>
      <p:pic>
        <p:nvPicPr>
          <p:cNvPr id="420" name="Google Shape;420;p26"/>
          <p:cNvPicPr preferRelativeResize="0"/>
          <p:nvPr/>
        </p:nvPicPr>
        <p:blipFill rotWithShape="1">
          <a:blip r:embed="rId3">
            <a:alphaModFix amt="26000"/>
          </a:blip>
          <a:srcRect b="31485" l="71204" r="6913" t="27444"/>
          <a:stretch/>
        </p:blipFill>
        <p:spPr>
          <a:xfrm>
            <a:off x="7658918" y="2509875"/>
            <a:ext cx="1042725" cy="1304676"/>
          </a:xfrm>
          <a:prstGeom prst="rect">
            <a:avLst/>
          </a:prstGeom>
          <a:noFill/>
          <a:ln>
            <a:noFill/>
          </a:ln>
        </p:spPr>
      </p:pic>
      <p:pic>
        <p:nvPicPr>
          <p:cNvPr id="421" name="Google Shape;421;p26"/>
          <p:cNvPicPr preferRelativeResize="0"/>
          <p:nvPr/>
        </p:nvPicPr>
        <p:blipFill rotWithShape="1">
          <a:blip r:embed="rId3">
            <a:alphaModFix amt="26000"/>
          </a:blip>
          <a:srcRect b="31485" l="50342" r="30964" t="27444"/>
          <a:stretch/>
        </p:blipFill>
        <p:spPr>
          <a:xfrm>
            <a:off x="6703635" y="2509875"/>
            <a:ext cx="890776" cy="1304676"/>
          </a:xfrm>
          <a:prstGeom prst="rect">
            <a:avLst/>
          </a:prstGeom>
          <a:noFill/>
          <a:ln>
            <a:noFill/>
          </a:ln>
        </p:spPr>
      </p:pic>
      <p:sp>
        <p:nvSpPr>
          <p:cNvPr id="422" name="Google Shape;422;p26"/>
          <p:cNvSpPr/>
          <p:nvPr/>
        </p:nvSpPr>
        <p:spPr>
          <a:xfrm>
            <a:off x="5057699" y="2253897"/>
            <a:ext cx="352200" cy="2880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23" name="Google Shape;423;p26"/>
          <p:cNvSpPr/>
          <p:nvPr/>
        </p:nvSpPr>
        <p:spPr>
          <a:xfrm>
            <a:off x="5965286" y="2270750"/>
            <a:ext cx="352200" cy="2880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24" name="Google Shape;424;p26"/>
          <p:cNvSpPr/>
          <p:nvPr/>
        </p:nvSpPr>
        <p:spPr>
          <a:xfrm>
            <a:off x="6952838" y="2290114"/>
            <a:ext cx="352200" cy="2880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425" name="Google Shape;425;p26"/>
          <p:cNvSpPr/>
          <p:nvPr/>
        </p:nvSpPr>
        <p:spPr>
          <a:xfrm>
            <a:off x="7860425" y="2306968"/>
            <a:ext cx="352200" cy="2880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426" name="Google Shape;426;p26"/>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55">
                <a:solidFill>
                  <a:schemeClr val="lt1"/>
                </a:solidFill>
              </a:rPr>
              <a:t>Now divide another whole into 6 equal parts.</a:t>
            </a:r>
            <a:endParaRPr sz="3455">
              <a:solidFill>
                <a:schemeClr val="lt1"/>
              </a:solidFill>
              <a:latin typeface="Montserrat Medium"/>
              <a:ea typeface="Montserrat Medium"/>
              <a:cs typeface="Montserrat Medium"/>
              <a:sym typeface="Montserrat Medium"/>
            </a:endParaRPr>
          </a:p>
        </p:txBody>
      </p:sp>
      <p:cxnSp>
        <p:nvCxnSpPr>
          <p:cNvPr id="427" name="Google Shape;427;p26"/>
          <p:cNvCxnSpPr/>
          <p:nvPr/>
        </p:nvCxnSpPr>
        <p:spPr>
          <a:xfrm>
            <a:off x="14587224" y="2509865"/>
            <a:ext cx="14700" cy="3535500"/>
          </a:xfrm>
          <a:prstGeom prst="straightConnector1">
            <a:avLst/>
          </a:prstGeom>
          <a:noFill/>
          <a:ln cap="flat" cmpd="sng" w="114300">
            <a:solidFill>
              <a:srgbClr val="1155CC"/>
            </a:solidFill>
            <a:prstDash val="solid"/>
            <a:round/>
            <a:headEnd len="med" w="med" type="none"/>
            <a:tailEnd len="med" w="med" type="none"/>
          </a:ln>
        </p:spPr>
      </p:cxnSp>
      <p:sp>
        <p:nvSpPr>
          <p:cNvPr id="428" name="Google Shape;428;p26"/>
          <p:cNvSpPr/>
          <p:nvPr/>
        </p:nvSpPr>
        <p:spPr>
          <a:xfrm>
            <a:off x="13713428" y="6068603"/>
            <a:ext cx="1800900" cy="832800"/>
          </a:xfrm>
          <a:prstGeom prst="rect">
            <a:avLst/>
          </a:prstGeom>
          <a:solidFill>
            <a:srgbClr val="B45F0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000">
                <a:solidFill>
                  <a:schemeClr val="lt1"/>
                </a:solidFill>
              </a:rPr>
              <a:t>One Whole </a:t>
            </a:r>
            <a:endParaRPr sz="2000">
              <a:solidFill>
                <a:schemeClr val="lt1"/>
              </a:solidFill>
            </a:endParaRPr>
          </a:p>
          <a:p>
            <a:pPr indent="0" lvl="0" marL="0" marR="0" rtl="0" algn="ctr">
              <a:lnSpc>
                <a:spcPct val="100000"/>
              </a:lnSpc>
              <a:spcBef>
                <a:spcPts val="0"/>
              </a:spcBef>
              <a:spcAft>
                <a:spcPts val="0"/>
              </a:spcAft>
              <a:buNone/>
            </a:pPr>
            <a:r>
              <a:rPr lang="en" sz="2000">
                <a:solidFill>
                  <a:schemeClr val="lt1"/>
                </a:solidFill>
              </a:rPr>
              <a:t>clay block</a:t>
            </a:r>
            <a:endParaRPr sz="2000">
              <a:solidFill>
                <a:schemeClr val="lt1"/>
              </a:solidFill>
            </a:endParaRPr>
          </a:p>
        </p:txBody>
      </p:sp>
      <p:pic>
        <p:nvPicPr>
          <p:cNvPr id="429" name="Google Shape;429;p26"/>
          <p:cNvPicPr preferRelativeResize="0"/>
          <p:nvPr/>
        </p:nvPicPr>
        <p:blipFill rotWithShape="1">
          <a:blip r:embed="rId4">
            <a:alphaModFix/>
          </a:blip>
          <a:srcRect b="44922" l="3165" r="4285" t="42146"/>
          <a:stretch/>
        </p:blipFill>
        <p:spPr>
          <a:xfrm>
            <a:off x="14451248" y="5799987"/>
            <a:ext cx="1284457" cy="269230"/>
          </a:xfrm>
          <a:prstGeom prst="rect">
            <a:avLst/>
          </a:prstGeom>
          <a:noFill/>
          <a:ln>
            <a:noFill/>
          </a:ln>
        </p:spPr>
      </p:pic>
      <p:pic>
        <p:nvPicPr>
          <p:cNvPr id="430" name="Google Shape;430;p26" title="finger swipe right (3).gif"/>
          <p:cNvPicPr preferRelativeResize="0"/>
          <p:nvPr/>
        </p:nvPicPr>
        <p:blipFill>
          <a:blip r:embed="rId5">
            <a:alphaModFix/>
          </a:blip>
          <a:stretch>
            <a:fillRect/>
          </a:stretch>
        </p:blipFill>
        <p:spPr>
          <a:xfrm rot="-5400000">
            <a:off x="14730155" y="5583550"/>
            <a:ext cx="1333500" cy="666750"/>
          </a:xfrm>
          <a:prstGeom prst="rect">
            <a:avLst/>
          </a:prstGeom>
          <a:noFill/>
          <a:ln>
            <a:noFill/>
          </a:ln>
        </p:spPr>
      </p:pic>
      <p:sp>
        <p:nvSpPr>
          <p:cNvPr id="431" name="Google Shape;431;p26"/>
          <p:cNvSpPr txBox="1"/>
          <p:nvPr/>
        </p:nvSpPr>
        <p:spPr>
          <a:xfrm>
            <a:off x="13422964" y="1363221"/>
            <a:ext cx="24840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55">
                <a:solidFill>
                  <a:srgbClr val="999999"/>
                </a:solidFill>
              </a:rPr>
              <a:t>Divide the block into equal parts</a:t>
            </a:r>
            <a:endParaRPr sz="2255">
              <a:solidFill>
                <a:srgbClr val="999999"/>
              </a:solidFill>
            </a:endParaRPr>
          </a:p>
        </p:txBody>
      </p:sp>
      <p:cxnSp>
        <p:nvCxnSpPr>
          <p:cNvPr id="432" name="Google Shape;432;p26"/>
          <p:cNvCxnSpPr/>
          <p:nvPr/>
        </p:nvCxnSpPr>
        <p:spPr>
          <a:xfrm flipH="1" rot="10800000">
            <a:off x="14352416" y="5100288"/>
            <a:ext cx="580800" cy="19500"/>
          </a:xfrm>
          <a:prstGeom prst="straightConnector1">
            <a:avLst/>
          </a:prstGeom>
          <a:noFill/>
          <a:ln cap="flat" cmpd="sng" w="38100">
            <a:solidFill>
              <a:schemeClr val="lt1"/>
            </a:solidFill>
            <a:prstDash val="solid"/>
            <a:round/>
            <a:headEnd len="med" w="med" type="none"/>
            <a:tailEnd len="med" w="med" type="none"/>
          </a:ln>
        </p:spPr>
      </p:cxnSp>
      <p:cxnSp>
        <p:nvCxnSpPr>
          <p:cNvPr id="433" name="Google Shape;433;p26"/>
          <p:cNvCxnSpPr/>
          <p:nvPr/>
        </p:nvCxnSpPr>
        <p:spPr>
          <a:xfrm flipH="1" rot="10800000">
            <a:off x="14330542" y="3955316"/>
            <a:ext cx="580800" cy="19500"/>
          </a:xfrm>
          <a:prstGeom prst="straightConnector1">
            <a:avLst/>
          </a:prstGeom>
          <a:noFill/>
          <a:ln cap="flat" cmpd="sng" w="38100">
            <a:solidFill>
              <a:schemeClr val="lt1"/>
            </a:solidFill>
            <a:prstDash val="solid"/>
            <a:round/>
            <a:headEnd len="med" w="med" type="none"/>
            <a:tailEnd len="med" w="med" type="none"/>
          </a:ln>
        </p:spPr>
      </p:cxnSp>
      <p:sp>
        <p:nvSpPr>
          <p:cNvPr id="434" name="Google Shape;434;p26"/>
          <p:cNvSpPr txBox="1"/>
          <p:nvPr/>
        </p:nvSpPr>
        <p:spPr>
          <a:xfrm>
            <a:off x="13868336" y="4713005"/>
            <a:ext cx="754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0">
                <a:solidFill>
                  <a:srgbClr val="00FF00"/>
                </a:solidFill>
              </a:rPr>
              <a:t>2</a:t>
            </a:r>
            <a:endParaRPr b="1" sz="3650">
              <a:solidFill>
                <a:srgbClr val="00FF00"/>
              </a:solidFill>
            </a:endParaRPr>
          </a:p>
        </p:txBody>
      </p:sp>
      <p:sp>
        <p:nvSpPr>
          <p:cNvPr id="435" name="Google Shape;435;p26"/>
          <p:cNvSpPr txBox="1"/>
          <p:nvPr/>
        </p:nvSpPr>
        <p:spPr>
          <a:xfrm>
            <a:off x="13846455" y="3626127"/>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4</a:t>
            </a:r>
            <a:endParaRPr b="1" sz="3655">
              <a:solidFill>
                <a:srgbClr val="00FF00"/>
              </a:solidFill>
            </a:endParaRPr>
          </a:p>
        </p:txBody>
      </p:sp>
      <p:cxnSp>
        <p:nvCxnSpPr>
          <p:cNvPr id="436" name="Google Shape;436;p26"/>
          <p:cNvCxnSpPr/>
          <p:nvPr/>
        </p:nvCxnSpPr>
        <p:spPr>
          <a:xfrm flipH="1" rot="10800000">
            <a:off x="14328032" y="2907162"/>
            <a:ext cx="580800" cy="19500"/>
          </a:xfrm>
          <a:prstGeom prst="straightConnector1">
            <a:avLst/>
          </a:prstGeom>
          <a:noFill/>
          <a:ln cap="flat" cmpd="sng" w="38100">
            <a:solidFill>
              <a:schemeClr val="lt1"/>
            </a:solidFill>
            <a:prstDash val="solid"/>
            <a:round/>
            <a:headEnd len="med" w="med" type="none"/>
            <a:tailEnd len="med" w="med" type="none"/>
          </a:ln>
        </p:spPr>
      </p:cxnSp>
      <p:sp>
        <p:nvSpPr>
          <p:cNvPr id="437" name="Google Shape;437;p26"/>
          <p:cNvSpPr txBox="1"/>
          <p:nvPr/>
        </p:nvSpPr>
        <p:spPr>
          <a:xfrm>
            <a:off x="13863309" y="2597338"/>
            <a:ext cx="5808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55">
                <a:solidFill>
                  <a:srgbClr val="00FF00"/>
                </a:solidFill>
              </a:rPr>
              <a:t>6</a:t>
            </a:r>
            <a:endParaRPr b="1" sz="3655">
              <a:solidFill>
                <a:srgbClr val="00FF00"/>
              </a:solidFill>
            </a:endParaRPr>
          </a:p>
        </p:txBody>
      </p:sp>
      <p:sp>
        <p:nvSpPr>
          <p:cNvPr id="438" name="Google Shape;438;p26"/>
          <p:cNvSpPr/>
          <p:nvPr/>
        </p:nvSpPr>
        <p:spPr>
          <a:xfrm>
            <a:off x="5817012" y="4207940"/>
            <a:ext cx="1370700" cy="1820100"/>
          </a:xfrm>
          <a:prstGeom prst="roundRect">
            <a:avLst>
              <a:gd fmla="val 16667" name="adj"/>
            </a:avLst>
          </a:prstGeom>
          <a:noFill/>
          <a:ln cap="flat" cmpd="sng" w="381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26"/>
          <p:cNvSpPr txBox="1"/>
          <p:nvPr/>
        </p:nvSpPr>
        <p:spPr>
          <a:xfrm>
            <a:off x="6221889" y="4233108"/>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2</a:t>
            </a:r>
            <a:endParaRPr b="1" sz="5455">
              <a:solidFill>
                <a:srgbClr val="999999"/>
              </a:solidFill>
            </a:endParaRPr>
          </a:p>
        </p:txBody>
      </p:sp>
      <p:sp>
        <p:nvSpPr>
          <p:cNvPr id="440" name="Google Shape;440;p26"/>
          <p:cNvSpPr txBox="1"/>
          <p:nvPr/>
        </p:nvSpPr>
        <p:spPr>
          <a:xfrm>
            <a:off x="6183162" y="5024506"/>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rgbClr val="999999"/>
                </a:solidFill>
              </a:rPr>
              <a:t>4</a:t>
            </a:r>
            <a:endParaRPr b="1" sz="5455">
              <a:solidFill>
                <a:srgbClr val="999999"/>
              </a:solidFill>
            </a:endParaRPr>
          </a:p>
        </p:txBody>
      </p:sp>
      <p:cxnSp>
        <p:nvCxnSpPr>
          <p:cNvPr id="441" name="Google Shape;441;p26"/>
          <p:cNvCxnSpPr/>
          <p:nvPr/>
        </p:nvCxnSpPr>
        <p:spPr>
          <a:xfrm>
            <a:off x="6028251" y="5111722"/>
            <a:ext cx="968100" cy="0"/>
          </a:xfrm>
          <a:prstGeom prst="straightConnector1">
            <a:avLst/>
          </a:prstGeom>
          <a:noFill/>
          <a:ln cap="flat" cmpd="sng" w="28575">
            <a:solidFill>
              <a:srgbClr val="999999"/>
            </a:solidFill>
            <a:prstDash val="solid"/>
            <a:round/>
            <a:headEnd len="med" w="med" type="none"/>
            <a:tailEnd len="med" w="med" type="none"/>
          </a:ln>
        </p:spPr>
      </p:cxnSp>
      <p:sp>
        <p:nvSpPr>
          <p:cNvPr id="442" name="Google Shape;442;p26"/>
          <p:cNvSpPr/>
          <p:nvPr/>
        </p:nvSpPr>
        <p:spPr>
          <a:xfrm>
            <a:off x="3876616" y="4655061"/>
            <a:ext cx="1042800" cy="963000"/>
          </a:xfrm>
          <a:prstGeom prst="roundRect">
            <a:avLst>
              <a:gd fmla="val 16667" name="adj"/>
            </a:avLst>
          </a:prstGeom>
          <a:noFill/>
          <a:ln cap="flat" cmpd="sng" w="28575">
            <a:solidFill>
              <a:srgbClr val="7F6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5755">
                <a:solidFill>
                  <a:srgbClr val="666666"/>
                </a:solidFill>
              </a:rPr>
              <a:t>=</a:t>
            </a:r>
            <a:endParaRPr>
              <a:solidFill>
                <a:srgbClr val="66666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446" name="Shape 446"/>
        <p:cNvGrpSpPr/>
        <p:nvPr/>
      </p:nvGrpSpPr>
      <p:grpSpPr>
        <a:xfrm>
          <a:off x="0" y="0"/>
          <a:ext cx="0" cy="0"/>
          <a:chOff x="0" y="0"/>
          <a:chExt cx="0" cy="0"/>
        </a:xfrm>
      </p:grpSpPr>
      <p:sp>
        <p:nvSpPr>
          <p:cNvPr id="447" name="Google Shape;447;p27"/>
          <p:cNvSpPr txBox="1"/>
          <p:nvPr/>
        </p:nvSpPr>
        <p:spPr>
          <a:xfrm>
            <a:off x="1223800" y="1692400"/>
            <a:ext cx="11540700" cy="28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255">
                <a:solidFill>
                  <a:srgbClr val="0000FF"/>
                </a:solidFill>
              </a:rPr>
              <a:t>Follow the same rule as followed for the first and second block.</a:t>
            </a:r>
            <a:endParaRPr sz="4255">
              <a:solidFill>
                <a:srgbClr val="0000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451" name="Shape 451"/>
        <p:cNvGrpSpPr/>
        <p:nvPr/>
      </p:nvGrpSpPr>
      <p:grpSpPr>
        <a:xfrm>
          <a:off x="0" y="0"/>
          <a:ext cx="0" cy="0"/>
          <a:chOff x="0" y="0"/>
          <a:chExt cx="0" cy="0"/>
        </a:xfrm>
      </p:grpSpPr>
      <p:sp>
        <p:nvSpPr>
          <p:cNvPr id="452" name="Google Shape;452;p28"/>
          <p:cNvSpPr/>
          <p:nvPr/>
        </p:nvSpPr>
        <p:spPr>
          <a:xfrm>
            <a:off x="9074465" y="2573525"/>
            <a:ext cx="2039100" cy="1239300"/>
          </a:xfrm>
          <a:prstGeom prst="roundRect">
            <a:avLst>
              <a:gd fmla="val 16667" name="adj"/>
            </a:avLst>
          </a:prstGeom>
          <a:solidFill>
            <a:srgbClr val="999999">
              <a:alpha val="20130"/>
            </a:srgbClr>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28"/>
          <p:cNvSpPr/>
          <p:nvPr/>
        </p:nvSpPr>
        <p:spPr>
          <a:xfrm>
            <a:off x="261025" y="2573525"/>
            <a:ext cx="1950300" cy="1239300"/>
          </a:xfrm>
          <a:prstGeom prst="roundRect">
            <a:avLst>
              <a:gd fmla="val 16667" name="adj"/>
            </a:avLst>
          </a:prstGeom>
          <a:solidFill>
            <a:srgbClr val="999999">
              <a:alpha val="20130"/>
            </a:srgbClr>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4" name="Google Shape;454;p28"/>
          <p:cNvPicPr preferRelativeResize="0"/>
          <p:nvPr/>
        </p:nvPicPr>
        <p:blipFill rotWithShape="1">
          <a:blip r:embed="rId3">
            <a:alphaModFix/>
          </a:blip>
          <a:srcRect b="31485" l="7331" r="51740" t="27444"/>
          <a:stretch/>
        </p:blipFill>
        <p:spPr>
          <a:xfrm>
            <a:off x="202949" y="2509875"/>
            <a:ext cx="1950301" cy="1304676"/>
          </a:xfrm>
          <a:prstGeom prst="rect">
            <a:avLst/>
          </a:prstGeom>
          <a:noFill/>
          <a:ln>
            <a:noFill/>
          </a:ln>
        </p:spPr>
      </p:pic>
      <p:pic>
        <p:nvPicPr>
          <p:cNvPr id="455" name="Google Shape;455;p28"/>
          <p:cNvPicPr preferRelativeResize="0"/>
          <p:nvPr/>
        </p:nvPicPr>
        <p:blipFill rotWithShape="1">
          <a:blip r:embed="rId3">
            <a:alphaModFix/>
          </a:blip>
          <a:srcRect b="31485" l="7333" r="70784" t="27444"/>
          <a:stretch/>
        </p:blipFill>
        <p:spPr>
          <a:xfrm>
            <a:off x="4615374" y="2509875"/>
            <a:ext cx="1042725" cy="1304676"/>
          </a:xfrm>
          <a:prstGeom prst="rect">
            <a:avLst/>
          </a:prstGeom>
          <a:noFill/>
          <a:ln>
            <a:noFill/>
          </a:ln>
        </p:spPr>
      </p:pic>
      <p:pic>
        <p:nvPicPr>
          <p:cNvPr id="456" name="Google Shape;456;p28"/>
          <p:cNvPicPr preferRelativeResize="0"/>
          <p:nvPr/>
        </p:nvPicPr>
        <p:blipFill rotWithShape="1">
          <a:blip r:embed="rId3">
            <a:alphaModFix/>
          </a:blip>
          <a:srcRect b="31485" l="7333" r="77423" t="27444"/>
          <a:stretch/>
        </p:blipFill>
        <p:spPr>
          <a:xfrm>
            <a:off x="8992104" y="2509875"/>
            <a:ext cx="726401" cy="1304676"/>
          </a:xfrm>
          <a:prstGeom prst="rect">
            <a:avLst/>
          </a:prstGeom>
          <a:noFill/>
          <a:ln>
            <a:noFill/>
          </a:ln>
        </p:spPr>
      </p:pic>
      <p:sp>
        <p:nvSpPr>
          <p:cNvPr id="457" name="Google Shape;457;p28"/>
          <p:cNvSpPr txBox="1"/>
          <p:nvPr/>
        </p:nvSpPr>
        <p:spPr>
          <a:xfrm>
            <a:off x="3934709" y="2776764"/>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chemeClr val="lt1"/>
                </a:solidFill>
              </a:rPr>
              <a:t>=</a:t>
            </a:r>
            <a:endParaRPr b="1" sz="5755">
              <a:solidFill>
                <a:schemeClr val="lt1"/>
              </a:solidFill>
            </a:endParaRPr>
          </a:p>
        </p:txBody>
      </p:sp>
      <p:sp>
        <p:nvSpPr>
          <p:cNvPr id="458" name="Google Shape;458;p28"/>
          <p:cNvSpPr txBox="1"/>
          <p:nvPr/>
        </p:nvSpPr>
        <p:spPr>
          <a:xfrm>
            <a:off x="8327774" y="2754890"/>
            <a:ext cx="968100" cy="8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755">
                <a:solidFill>
                  <a:schemeClr val="lt1"/>
                </a:solidFill>
              </a:rPr>
              <a:t>=</a:t>
            </a:r>
            <a:endParaRPr b="1" sz="5755">
              <a:solidFill>
                <a:schemeClr val="lt1"/>
              </a:solidFill>
            </a:endParaRPr>
          </a:p>
        </p:txBody>
      </p:sp>
      <p:pic>
        <p:nvPicPr>
          <p:cNvPr id="459" name="Google Shape;459;p28"/>
          <p:cNvPicPr preferRelativeResize="0"/>
          <p:nvPr/>
        </p:nvPicPr>
        <p:blipFill rotWithShape="1">
          <a:blip r:embed="rId3">
            <a:alphaModFix/>
          </a:blip>
          <a:srcRect b="31485" l="50291" r="6915" t="27444"/>
          <a:stretch/>
        </p:blipFill>
        <p:spPr>
          <a:xfrm>
            <a:off x="2250070" y="2509875"/>
            <a:ext cx="2039151" cy="1304676"/>
          </a:xfrm>
          <a:prstGeom prst="rect">
            <a:avLst/>
          </a:prstGeom>
          <a:noFill/>
          <a:ln>
            <a:noFill/>
          </a:ln>
        </p:spPr>
      </p:pic>
      <p:sp>
        <p:nvSpPr>
          <p:cNvPr id="460" name="Google Shape;460;p28"/>
          <p:cNvSpPr/>
          <p:nvPr/>
        </p:nvSpPr>
        <p:spPr>
          <a:xfrm>
            <a:off x="1202667" y="2264834"/>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61" name="Google Shape;461;p28"/>
          <p:cNvSpPr/>
          <p:nvPr/>
        </p:nvSpPr>
        <p:spPr>
          <a:xfrm>
            <a:off x="1301241" y="4209683"/>
            <a:ext cx="1370700" cy="1820100"/>
          </a:xfrm>
          <a:prstGeom prst="roundRect">
            <a:avLst>
              <a:gd fmla="val 16667" name="adj"/>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28"/>
          <p:cNvSpPr txBox="1"/>
          <p:nvPr/>
        </p:nvSpPr>
        <p:spPr>
          <a:xfrm>
            <a:off x="1628662" y="423485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1</a:t>
            </a:r>
            <a:endParaRPr b="1" sz="5455">
              <a:solidFill>
                <a:schemeClr val="lt1"/>
              </a:solidFill>
            </a:endParaRPr>
          </a:p>
        </p:txBody>
      </p:sp>
      <p:sp>
        <p:nvSpPr>
          <p:cNvPr id="463" name="Google Shape;463;p28"/>
          <p:cNvSpPr txBox="1"/>
          <p:nvPr/>
        </p:nvSpPr>
        <p:spPr>
          <a:xfrm>
            <a:off x="1667390" y="502624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2</a:t>
            </a:r>
            <a:endParaRPr b="1" sz="5455">
              <a:solidFill>
                <a:schemeClr val="lt1"/>
              </a:solidFill>
            </a:endParaRPr>
          </a:p>
        </p:txBody>
      </p:sp>
      <p:cxnSp>
        <p:nvCxnSpPr>
          <p:cNvPr id="464" name="Google Shape;464;p28"/>
          <p:cNvCxnSpPr/>
          <p:nvPr/>
        </p:nvCxnSpPr>
        <p:spPr>
          <a:xfrm>
            <a:off x="1512480" y="5113465"/>
            <a:ext cx="968100" cy="0"/>
          </a:xfrm>
          <a:prstGeom prst="straightConnector1">
            <a:avLst/>
          </a:prstGeom>
          <a:noFill/>
          <a:ln cap="flat" cmpd="sng" w="28575">
            <a:solidFill>
              <a:schemeClr val="lt1"/>
            </a:solidFill>
            <a:prstDash val="solid"/>
            <a:round/>
            <a:headEnd len="med" w="med" type="none"/>
            <a:tailEnd len="med" w="med" type="none"/>
          </a:ln>
        </p:spPr>
      </p:cxnSp>
      <p:pic>
        <p:nvPicPr>
          <p:cNvPr id="465" name="Google Shape;465;p28"/>
          <p:cNvPicPr preferRelativeResize="0"/>
          <p:nvPr/>
        </p:nvPicPr>
        <p:blipFill rotWithShape="1">
          <a:blip r:embed="rId3">
            <a:alphaModFix/>
          </a:blip>
          <a:srcRect b="31485" l="30030" r="49654" t="27444"/>
          <a:stretch/>
        </p:blipFill>
        <p:spPr>
          <a:xfrm>
            <a:off x="5696798" y="2509875"/>
            <a:ext cx="968099" cy="1304676"/>
          </a:xfrm>
          <a:prstGeom prst="rect">
            <a:avLst/>
          </a:prstGeom>
          <a:noFill/>
          <a:ln>
            <a:noFill/>
          </a:ln>
        </p:spPr>
      </p:pic>
      <p:pic>
        <p:nvPicPr>
          <p:cNvPr id="466" name="Google Shape;466;p28"/>
          <p:cNvPicPr preferRelativeResize="0"/>
          <p:nvPr/>
        </p:nvPicPr>
        <p:blipFill rotWithShape="1">
          <a:blip r:embed="rId3">
            <a:alphaModFix/>
          </a:blip>
          <a:srcRect b="31485" l="71204" r="6913" t="27444"/>
          <a:stretch/>
        </p:blipFill>
        <p:spPr>
          <a:xfrm>
            <a:off x="7658918" y="2509875"/>
            <a:ext cx="1042725" cy="1304676"/>
          </a:xfrm>
          <a:prstGeom prst="rect">
            <a:avLst/>
          </a:prstGeom>
          <a:noFill/>
          <a:ln>
            <a:noFill/>
          </a:ln>
        </p:spPr>
      </p:pic>
      <p:pic>
        <p:nvPicPr>
          <p:cNvPr id="467" name="Google Shape;467;p28"/>
          <p:cNvPicPr preferRelativeResize="0"/>
          <p:nvPr/>
        </p:nvPicPr>
        <p:blipFill rotWithShape="1">
          <a:blip r:embed="rId3">
            <a:alphaModFix/>
          </a:blip>
          <a:srcRect b="31485" l="50342" r="30964" t="27444"/>
          <a:stretch/>
        </p:blipFill>
        <p:spPr>
          <a:xfrm>
            <a:off x="6703635" y="2509875"/>
            <a:ext cx="890776" cy="1304676"/>
          </a:xfrm>
          <a:prstGeom prst="rect">
            <a:avLst/>
          </a:prstGeom>
          <a:noFill/>
          <a:ln>
            <a:noFill/>
          </a:ln>
        </p:spPr>
      </p:pic>
      <p:sp>
        <p:nvSpPr>
          <p:cNvPr id="468" name="Google Shape;468;p28"/>
          <p:cNvSpPr/>
          <p:nvPr/>
        </p:nvSpPr>
        <p:spPr>
          <a:xfrm>
            <a:off x="5057699" y="2253897"/>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69" name="Google Shape;469;p28"/>
          <p:cNvSpPr/>
          <p:nvPr/>
        </p:nvSpPr>
        <p:spPr>
          <a:xfrm>
            <a:off x="5965286" y="2270750"/>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70" name="Google Shape;470;p28"/>
          <p:cNvSpPr/>
          <p:nvPr/>
        </p:nvSpPr>
        <p:spPr>
          <a:xfrm>
            <a:off x="6952838" y="2290114"/>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471" name="Google Shape;471;p28"/>
          <p:cNvSpPr/>
          <p:nvPr/>
        </p:nvSpPr>
        <p:spPr>
          <a:xfrm>
            <a:off x="7860425" y="2306968"/>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472" name="Google Shape;472;p28"/>
          <p:cNvSpPr/>
          <p:nvPr/>
        </p:nvSpPr>
        <p:spPr>
          <a:xfrm>
            <a:off x="5817012" y="4207940"/>
            <a:ext cx="1370700" cy="1820100"/>
          </a:xfrm>
          <a:prstGeom prst="roundRect">
            <a:avLst>
              <a:gd fmla="val 16667" name="adj"/>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28"/>
          <p:cNvSpPr txBox="1"/>
          <p:nvPr/>
        </p:nvSpPr>
        <p:spPr>
          <a:xfrm>
            <a:off x="6221889" y="4233108"/>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2</a:t>
            </a:r>
            <a:endParaRPr b="1" sz="5455">
              <a:solidFill>
                <a:schemeClr val="lt1"/>
              </a:solidFill>
            </a:endParaRPr>
          </a:p>
        </p:txBody>
      </p:sp>
      <p:sp>
        <p:nvSpPr>
          <p:cNvPr id="474" name="Google Shape;474;p28"/>
          <p:cNvSpPr txBox="1"/>
          <p:nvPr/>
        </p:nvSpPr>
        <p:spPr>
          <a:xfrm>
            <a:off x="6183162" y="5024506"/>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4</a:t>
            </a:r>
            <a:endParaRPr b="1" sz="5455">
              <a:solidFill>
                <a:schemeClr val="lt1"/>
              </a:solidFill>
            </a:endParaRPr>
          </a:p>
        </p:txBody>
      </p:sp>
      <p:cxnSp>
        <p:nvCxnSpPr>
          <p:cNvPr id="475" name="Google Shape;475;p28"/>
          <p:cNvCxnSpPr/>
          <p:nvPr/>
        </p:nvCxnSpPr>
        <p:spPr>
          <a:xfrm>
            <a:off x="6028251" y="5111722"/>
            <a:ext cx="968100" cy="0"/>
          </a:xfrm>
          <a:prstGeom prst="straightConnector1">
            <a:avLst/>
          </a:prstGeom>
          <a:noFill/>
          <a:ln cap="flat" cmpd="sng" w="28575">
            <a:solidFill>
              <a:schemeClr val="lt1"/>
            </a:solidFill>
            <a:prstDash val="solid"/>
            <a:round/>
            <a:headEnd len="med" w="med" type="none"/>
            <a:tailEnd len="med" w="med" type="none"/>
          </a:ln>
        </p:spPr>
      </p:cxnSp>
      <p:sp>
        <p:nvSpPr>
          <p:cNvPr id="476" name="Google Shape;476;p28"/>
          <p:cNvSpPr txBox="1"/>
          <p:nvPr/>
        </p:nvSpPr>
        <p:spPr>
          <a:xfrm>
            <a:off x="216875" y="59150"/>
            <a:ext cx="16242300" cy="6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55">
                <a:solidFill>
                  <a:schemeClr val="lt1"/>
                </a:solidFill>
              </a:rPr>
              <a:t>Equivalent fractions are different fractions that have the same value.</a:t>
            </a:r>
            <a:endParaRPr sz="2755">
              <a:solidFill>
                <a:schemeClr val="lt1"/>
              </a:solidFill>
              <a:latin typeface="Montserrat Medium"/>
              <a:ea typeface="Montserrat Medium"/>
              <a:cs typeface="Montserrat Medium"/>
              <a:sym typeface="Montserrat Medium"/>
            </a:endParaRPr>
          </a:p>
        </p:txBody>
      </p:sp>
      <p:sp>
        <p:nvSpPr>
          <p:cNvPr id="477" name="Google Shape;477;p28"/>
          <p:cNvSpPr/>
          <p:nvPr/>
        </p:nvSpPr>
        <p:spPr>
          <a:xfrm>
            <a:off x="4664475" y="2542575"/>
            <a:ext cx="2039100" cy="1239300"/>
          </a:xfrm>
          <a:prstGeom prst="roundRect">
            <a:avLst>
              <a:gd fmla="val 16667" name="adj"/>
            </a:avLst>
          </a:prstGeom>
          <a:solidFill>
            <a:srgbClr val="999999">
              <a:alpha val="20130"/>
            </a:srgbClr>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28"/>
          <p:cNvSpPr/>
          <p:nvPr/>
        </p:nvSpPr>
        <p:spPr>
          <a:xfrm>
            <a:off x="3876616" y="4655061"/>
            <a:ext cx="1042800" cy="963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5755">
                <a:solidFill>
                  <a:schemeClr val="lt1"/>
                </a:solidFill>
              </a:rPr>
              <a:t>=</a:t>
            </a:r>
            <a:endParaRPr>
              <a:solidFill>
                <a:srgbClr val="E69138"/>
              </a:solidFill>
            </a:endParaRPr>
          </a:p>
        </p:txBody>
      </p:sp>
      <p:sp>
        <p:nvSpPr>
          <p:cNvPr id="479" name="Google Shape;479;p28"/>
          <p:cNvSpPr/>
          <p:nvPr/>
        </p:nvSpPr>
        <p:spPr>
          <a:xfrm>
            <a:off x="2884804" y="2242960"/>
            <a:ext cx="352200" cy="28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pic>
        <p:nvPicPr>
          <p:cNvPr id="480" name="Google Shape;480;p28"/>
          <p:cNvPicPr preferRelativeResize="0"/>
          <p:nvPr/>
        </p:nvPicPr>
        <p:blipFill rotWithShape="1">
          <a:blip r:embed="rId3">
            <a:alphaModFix/>
          </a:blip>
          <a:srcRect b="31485" l="23355" r="64065" t="27444"/>
          <a:stretch/>
        </p:blipFill>
        <p:spPr>
          <a:xfrm>
            <a:off x="9755574" y="2509875"/>
            <a:ext cx="599424" cy="1304676"/>
          </a:xfrm>
          <a:prstGeom prst="rect">
            <a:avLst/>
          </a:prstGeom>
          <a:noFill/>
          <a:ln>
            <a:noFill/>
          </a:ln>
        </p:spPr>
      </p:pic>
      <p:pic>
        <p:nvPicPr>
          <p:cNvPr id="481" name="Google Shape;481;p28"/>
          <p:cNvPicPr preferRelativeResize="0"/>
          <p:nvPr/>
        </p:nvPicPr>
        <p:blipFill rotWithShape="1">
          <a:blip r:embed="rId3">
            <a:alphaModFix/>
          </a:blip>
          <a:srcRect b="31485" l="35932" r="51488" t="27444"/>
          <a:stretch/>
        </p:blipFill>
        <p:spPr>
          <a:xfrm>
            <a:off x="10413090" y="2509875"/>
            <a:ext cx="599424" cy="1304676"/>
          </a:xfrm>
          <a:prstGeom prst="rect">
            <a:avLst/>
          </a:prstGeom>
          <a:noFill/>
          <a:ln>
            <a:noFill/>
          </a:ln>
        </p:spPr>
      </p:pic>
      <p:pic>
        <p:nvPicPr>
          <p:cNvPr id="482" name="Google Shape;482;p28"/>
          <p:cNvPicPr preferRelativeResize="0"/>
          <p:nvPr/>
        </p:nvPicPr>
        <p:blipFill rotWithShape="1">
          <a:blip r:embed="rId3">
            <a:alphaModFix/>
          </a:blip>
          <a:srcRect b="31485" l="52157" r="35263" t="27444"/>
          <a:stretch/>
        </p:blipFill>
        <p:spPr>
          <a:xfrm>
            <a:off x="11069982" y="2509875"/>
            <a:ext cx="599424" cy="1304676"/>
          </a:xfrm>
          <a:prstGeom prst="rect">
            <a:avLst/>
          </a:prstGeom>
          <a:noFill/>
          <a:ln>
            <a:noFill/>
          </a:ln>
        </p:spPr>
      </p:pic>
      <p:pic>
        <p:nvPicPr>
          <p:cNvPr id="483" name="Google Shape;483;p28"/>
          <p:cNvPicPr preferRelativeResize="0"/>
          <p:nvPr/>
        </p:nvPicPr>
        <p:blipFill rotWithShape="1">
          <a:blip r:embed="rId3">
            <a:alphaModFix/>
          </a:blip>
          <a:srcRect b="31485" l="77844" r="6912" t="27444"/>
          <a:stretch/>
        </p:blipFill>
        <p:spPr>
          <a:xfrm>
            <a:off x="12351972" y="2509875"/>
            <a:ext cx="726401" cy="1304676"/>
          </a:xfrm>
          <a:prstGeom prst="rect">
            <a:avLst/>
          </a:prstGeom>
          <a:noFill/>
          <a:ln>
            <a:noFill/>
          </a:ln>
        </p:spPr>
      </p:pic>
      <p:pic>
        <p:nvPicPr>
          <p:cNvPr id="484" name="Google Shape;484;p28"/>
          <p:cNvPicPr preferRelativeResize="0"/>
          <p:nvPr/>
        </p:nvPicPr>
        <p:blipFill rotWithShape="1">
          <a:blip r:embed="rId3">
            <a:alphaModFix/>
          </a:blip>
          <a:srcRect b="31485" l="64321" r="23099" t="27444"/>
          <a:stretch/>
        </p:blipFill>
        <p:spPr>
          <a:xfrm>
            <a:off x="11707674" y="2509875"/>
            <a:ext cx="599424" cy="1304676"/>
          </a:xfrm>
          <a:prstGeom prst="rect">
            <a:avLst/>
          </a:prstGeom>
          <a:noFill/>
          <a:ln>
            <a:noFill/>
          </a:ln>
        </p:spPr>
      </p:pic>
      <p:sp>
        <p:nvSpPr>
          <p:cNvPr id="485" name="Google Shape;485;p28"/>
          <p:cNvSpPr/>
          <p:nvPr/>
        </p:nvSpPr>
        <p:spPr>
          <a:xfrm>
            <a:off x="9334581" y="2290114"/>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86" name="Google Shape;486;p28"/>
          <p:cNvSpPr/>
          <p:nvPr/>
        </p:nvSpPr>
        <p:spPr>
          <a:xfrm>
            <a:off x="9951712" y="2306968"/>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87" name="Google Shape;487;p28"/>
          <p:cNvSpPr/>
          <p:nvPr/>
        </p:nvSpPr>
        <p:spPr>
          <a:xfrm>
            <a:off x="10551988" y="2306968"/>
            <a:ext cx="352200" cy="2880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488" name="Google Shape;488;p28"/>
          <p:cNvSpPr/>
          <p:nvPr/>
        </p:nvSpPr>
        <p:spPr>
          <a:xfrm>
            <a:off x="11149755" y="2304458"/>
            <a:ext cx="352200" cy="2880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489" name="Google Shape;489;p28"/>
          <p:cNvSpPr/>
          <p:nvPr/>
        </p:nvSpPr>
        <p:spPr>
          <a:xfrm>
            <a:off x="11808123" y="2323821"/>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490" name="Google Shape;490;p28"/>
          <p:cNvSpPr/>
          <p:nvPr/>
        </p:nvSpPr>
        <p:spPr>
          <a:xfrm>
            <a:off x="12405890" y="2301948"/>
            <a:ext cx="352200" cy="288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491" name="Google Shape;491;p28"/>
          <p:cNvSpPr/>
          <p:nvPr/>
        </p:nvSpPr>
        <p:spPr>
          <a:xfrm>
            <a:off x="8414966" y="4655061"/>
            <a:ext cx="1042800" cy="963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5755">
                <a:solidFill>
                  <a:schemeClr val="lt1"/>
                </a:solidFill>
              </a:rPr>
              <a:t>=</a:t>
            </a:r>
            <a:endParaRPr>
              <a:solidFill>
                <a:srgbClr val="E69138"/>
              </a:solidFill>
            </a:endParaRPr>
          </a:p>
        </p:txBody>
      </p:sp>
      <p:sp>
        <p:nvSpPr>
          <p:cNvPr id="492" name="Google Shape;492;p28"/>
          <p:cNvSpPr/>
          <p:nvPr/>
        </p:nvSpPr>
        <p:spPr>
          <a:xfrm>
            <a:off x="10369212" y="4187763"/>
            <a:ext cx="1370700" cy="1820100"/>
          </a:xfrm>
          <a:prstGeom prst="roundRect">
            <a:avLst>
              <a:gd fmla="val 16667" name="adj"/>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28"/>
          <p:cNvSpPr txBox="1"/>
          <p:nvPr/>
        </p:nvSpPr>
        <p:spPr>
          <a:xfrm>
            <a:off x="10774089" y="4212930"/>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3</a:t>
            </a:r>
            <a:endParaRPr b="1" sz="5455">
              <a:solidFill>
                <a:schemeClr val="lt1"/>
              </a:solidFill>
            </a:endParaRPr>
          </a:p>
        </p:txBody>
      </p:sp>
      <p:sp>
        <p:nvSpPr>
          <p:cNvPr id="494" name="Google Shape;494;p28"/>
          <p:cNvSpPr txBox="1"/>
          <p:nvPr/>
        </p:nvSpPr>
        <p:spPr>
          <a:xfrm>
            <a:off x="10735362" y="5004329"/>
            <a:ext cx="968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455">
                <a:solidFill>
                  <a:schemeClr val="lt1"/>
                </a:solidFill>
              </a:rPr>
              <a:t>6</a:t>
            </a:r>
            <a:endParaRPr b="1" sz="5455">
              <a:solidFill>
                <a:schemeClr val="lt1"/>
              </a:solidFill>
            </a:endParaRPr>
          </a:p>
        </p:txBody>
      </p:sp>
      <p:cxnSp>
        <p:nvCxnSpPr>
          <p:cNvPr id="495" name="Google Shape;495;p28"/>
          <p:cNvCxnSpPr/>
          <p:nvPr/>
        </p:nvCxnSpPr>
        <p:spPr>
          <a:xfrm>
            <a:off x="10580451" y="5091545"/>
            <a:ext cx="968100" cy="0"/>
          </a:xfrm>
          <a:prstGeom prst="straightConnector1">
            <a:avLst/>
          </a:prstGeom>
          <a:noFill/>
          <a:ln cap="flat" cmpd="sng" w="28575">
            <a:solidFill>
              <a:schemeClr val="lt1"/>
            </a:solidFill>
            <a:prstDash val="solid"/>
            <a:round/>
            <a:headEnd len="med" w="med" type="none"/>
            <a:tailEnd len="med" w="med" type="none"/>
          </a:ln>
        </p:spPr>
      </p:cxnSp>
      <p:sp>
        <p:nvSpPr>
          <p:cNvPr id="496" name="Google Shape;496;p28"/>
          <p:cNvSpPr/>
          <p:nvPr/>
        </p:nvSpPr>
        <p:spPr>
          <a:xfrm>
            <a:off x="5409902" y="1158675"/>
            <a:ext cx="1042800" cy="963000"/>
          </a:xfrm>
          <a:prstGeom prst="roundRect">
            <a:avLst>
              <a:gd fmla="val 16667" name="adj"/>
            </a:avLst>
          </a:prstGeom>
          <a:noFill/>
          <a:ln cap="flat" cmpd="sng" w="28575">
            <a:solidFill>
              <a:srgbClr val="B547B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55">
                <a:solidFill>
                  <a:schemeClr val="lt1"/>
                </a:solidFill>
              </a:rPr>
              <a:t>x</a:t>
            </a:r>
            <a:r>
              <a:rPr b="1" lang="en" sz="4455">
                <a:solidFill>
                  <a:srgbClr val="FF738C"/>
                </a:solidFill>
              </a:rPr>
              <a:t>2</a:t>
            </a:r>
            <a:endParaRPr sz="100">
              <a:solidFill>
                <a:srgbClr val="FF738C"/>
              </a:solidFill>
            </a:endParaRPr>
          </a:p>
        </p:txBody>
      </p:sp>
      <p:sp>
        <p:nvSpPr>
          <p:cNvPr id="497" name="Google Shape;497;p28"/>
          <p:cNvSpPr/>
          <p:nvPr/>
        </p:nvSpPr>
        <p:spPr>
          <a:xfrm>
            <a:off x="9755577" y="1142313"/>
            <a:ext cx="1042800" cy="963000"/>
          </a:xfrm>
          <a:prstGeom prst="roundRect">
            <a:avLst>
              <a:gd fmla="val 16667" name="adj"/>
            </a:avLst>
          </a:prstGeom>
          <a:noFill/>
          <a:ln cap="flat" cmpd="sng" w="28575">
            <a:solidFill>
              <a:srgbClr val="B547B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4455">
                <a:solidFill>
                  <a:schemeClr val="lt1"/>
                </a:solidFill>
              </a:rPr>
              <a:t>x</a:t>
            </a:r>
            <a:r>
              <a:rPr b="1" lang="en" sz="4455">
                <a:solidFill>
                  <a:srgbClr val="E69138"/>
                </a:solidFill>
              </a:rPr>
              <a:t>3</a:t>
            </a:r>
            <a:endParaRPr sz="100">
              <a:solidFill>
                <a:srgbClr val="E6913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1D4381"/>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